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4" r:id="rId1"/>
  </p:sldMasterIdLst>
  <p:sldIdLst>
    <p:sldId id="256" r:id="rId2"/>
    <p:sldId id="257" r:id="rId3"/>
    <p:sldId id="258" r:id="rId4"/>
    <p:sldId id="259" r:id="rId5"/>
    <p:sldId id="268" r:id="rId6"/>
    <p:sldId id="260" r:id="rId7"/>
    <p:sldId id="261" r:id="rId8"/>
    <p:sldId id="262" r:id="rId9"/>
    <p:sldId id="263" r:id="rId10"/>
    <p:sldId id="264" r:id="rId11"/>
    <p:sldId id="265" r:id="rId12"/>
    <p:sldId id="269" r:id="rId13"/>
    <p:sldId id="270" r:id="rId14"/>
    <p:sldId id="266" r:id="rId15"/>
    <p:sldId id="271"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46CA1D-C673-554F-AB56-BA3F0E2F8085}" v="109" dt="2024-09-09T20:48:26.035"/>
    <p1510:client id="{6F5756FB-7319-4634-D8A7-07A48CC87846}" v="902" dt="2024-09-09T18:28:49.8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FA027E-6CCC-419E-A5F9-2809CB986C90}" type="doc">
      <dgm:prSet loTypeId="urn:microsoft.com/office/officeart/2008/layout/LinedList" loCatId="list" qsTypeId="urn:microsoft.com/office/officeart/2005/8/quickstyle/simple4" qsCatId="simple" csTypeId="urn:microsoft.com/office/officeart/2005/8/colors/accent6_2" csCatId="accent6" phldr="1"/>
      <dgm:spPr/>
      <dgm:t>
        <a:bodyPr/>
        <a:lstStyle/>
        <a:p>
          <a:endParaRPr lang="en-US"/>
        </a:p>
      </dgm:t>
    </dgm:pt>
    <dgm:pt modelId="{3649E43F-3421-4E4F-8EB3-F8749377E1AF}">
      <dgm:prSet/>
      <dgm:spPr/>
      <dgm:t>
        <a:bodyPr/>
        <a:lstStyle/>
        <a:p>
          <a:pPr rtl="0"/>
          <a:r>
            <a:rPr lang="en-US" b="1" dirty="0">
              <a:latin typeface="Calibri"/>
              <a:ea typeface="Calibri"/>
              <a:cs typeface="Calibri"/>
            </a:rPr>
            <a:t>Introduction </a:t>
          </a:r>
        </a:p>
      </dgm:t>
    </dgm:pt>
    <dgm:pt modelId="{6DFBDA3F-BE0F-4CF2-9C69-E7C5753EE3B1}" type="parTrans" cxnId="{565E0838-582E-4DA1-9B4B-B447E0E4D0F3}">
      <dgm:prSet/>
      <dgm:spPr/>
      <dgm:t>
        <a:bodyPr/>
        <a:lstStyle/>
        <a:p>
          <a:endParaRPr lang="en-US"/>
        </a:p>
      </dgm:t>
    </dgm:pt>
    <dgm:pt modelId="{3904A0E2-E91D-49FF-8FB9-2BFE3A034821}" type="sibTrans" cxnId="{565E0838-582E-4DA1-9B4B-B447E0E4D0F3}">
      <dgm:prSet/>
      <dgm:spPr/>
      <dgm:t>
        <a:bodyPr/>
        <a:lstStyle/>
        <a:p>
          <a:endParaRPr lang="en-US"/>
        </a:p>
      </dgm:t>
    </dgm:pt>
    <dgm:pt modelId="{1270FC3C-DCF1-4398-9D4A-CDCF7D171AE1}">
      <dgm:prSet/>
      <dgm:spPr/>
      <dgm:t>
        <a:bodyPr/>
        <a:lstStyle/>
        <a:p>
          <a:r>
            <a:rPr lang="en-US" b="1" dirty="0">
              <a:latin typeface="Calibri"/>
              <a:ea typeface="Calibri"/>
              <a:cs typeface="Calibri"/>
            </a:rPr>
            <a:t>Problem Statement</a:t>
          </a:r>
        </a:p>
      </dgm:t>
    </dgm:pt>
    <dgm:pt modelId="{8DC532DA-F837-45D1-82E1-7659796732D8}" type="parTrans" cxnId="{EB1CBEDD-8117-415A-811D-414AC47ADCC4}">
      <dgm:prSet/>
      <dgm:spPr/>
      <dgm:t>
        <a:bodyPr/>
        <a:lstStyle/>
        <a:p>
          <a:endParaRPr lang="en-US"/>
        </a:p>
      </dgm:t>
    </dgm:pt>
    <dgm:pt modelId="{9B48F25C-81A4-4C74-A3DE-BE28E07D56B2}" type="sibTrans" cxnId="{EB1CBEDD-8117-415A-811D-414AC47ADCC4}">
      <dgm:prSet/>
      <dgm:spPr/>
      <dgm:t>
        <a:bodyPr/>
        <a:lstStyle/>
        <a:p>
          <a:endParaRPr lang="en-US"/>
        </a:p>
      </dgm:t>
    </dgm:pt>
    <dgm:pt modelId="{BBC1B66B-88E9-43B0-B816-12946BD446F0}">
      <dgm:prSet/>
      <dgm:spPr/>
      <dgm:t>
        <a:bodyPr/>
        <a:lstStyle/>
        <a:p>
          <a:r>
            <a:rPr lang="en-US" b="1" dirty="0">
              <a:latin typeface="Calibri"/>
              <a:ea typeface="Calibri"/>
              <a:cs typeface="Calibri"/>
            </a:rPr>
            <a:t>Research Questions</a:t>
          </a:r>
        </a:p>
      </dgm:t>
    </dgm:pt>
    <dgm:pt modelId="{CE9F5753-0612-45AD-96E1-6B9330EB842C}" type="parTrans" cxnId="{4CCA9260-1BA3-4B14-8D83-319CD79625CB}">
      <dgm:prSet/>
      <dgm:spPr/>
      <dgm:t>
        <a:bodyPr/>
        <a:lstStyle/>
        <a:p>
          <a:endParaRPr lang="en-US"/>
        </a:p>
      </dgm:t>
    </dgm:pt>
    <dgm:pt modelId="{020572CA-6703-40D1-A86B-9A43FE540FBD}" type="sibTrans" cxnId="{4CCA9260-1BA3-4B14-8D83-319CD79625CB}">
      <dgm:prSet/>
      <dgm:spPr/>
      <dgm:t>
        <a:bodyPr/>
        <a:lstStyle/>
        <a:p>
          <a:endParaRPr lang="en-US"/>
        </a:p>
      </dgm:t>
    </dgm:pt>
    <dgm:pt modelId="{17A56D6D-0DB7-41C5-9603-BE313779E375}">
      <dgm:prSet/>
      <dgm:spPr/>
      <dgm:t>
        <a:bodyPr/>
        <a:lstStyle/>
        <a:p>
          <a:r>
            <a:rPr lang="en-US" b="1" dirty="0">
              <a:latin typeface="Calibri"/>
              <a:ea typeface="Calibri"/>
              <a:cs typeface="Calibri"/>
            </a:rPr>
            <a:t>Literature Review Overview </a:t>
          </a:r>
        </a:p>
      </dgm:t>
    </dgm:pt>
    <dgm:pt modelId="{FB08ED51-67D1-4BD5-9AF1-DDF5887441F7}" type="parTrans" cxnId="{1A996DDC-0BC4-4E16-94F6-FFB5ABD4C2C6}">
      <dgm:prSet/>
      <dgm:spPr/>
      <dgm:t>
        <a:bodyPr/>
        <a:lstStyle/>
        <a:p>
          <a:endParaRPr lang="en-US"/>
        </a:p>
      </dgm:t>
    </dgm:pt>
    <dgm:pt modelId="{AB208075-37C7-40F8-B266-7605113962B5}" type="sibTrans" cxnId="{1A996DDC-0BC4-4E16-94F6-FFB5ABD4C2C6}">
      <dgm:prSet/>
      <dgm:spPr/>
      <dgm:t>
        <a:bodyPr/>
        <a:lstStyle/>
        <a:p>
          <a:endParaRPr lang="en-US"/>
        </a:p>
      </dgm:t>
    </dgm:pt>
    <dgm:pt modelId="{431DC8C5-7E95-42A5-A465-DD25480A62BD}">
      <dgm:prSet/>
      <dgm:spPr/>
      <dgm:t>
        <a:bodyPr/>
        <a:lstStyle/>
        <a:p>
          <a:pPr rtl="0"/>
          <a:r>
            <a:rPr lang="en-US" b="1" dirty="0">
              <a:latin typeface="Calibri"/>
              <a:ea typeface="Calibri"/>
              <a:cs typeface="Calibri"/>
            </a:rPr>
            <a:t>Data and Methodology</a:t>
          </a:r>
        </a:p>
      </dgm:t>
    </dgm:pt>
    <dgm:pt modelId="{E900C752-1EDC-4430-AFC5-81F74AD23A08}" type="parTrans" cxnId="{F5B44C6B-B389-4F47-94FF-051706059583}">
      <dgm:prSet/>
      <dgm:spPr/>
      <dgm:t>
        <a:bodyPr/>
        <a:lstStyle/>
        <a:p>
          <a:endParaRPr lang="en-US"/>
        </a:p>
      </dgm:t>
    </dgm:pt>
    <dgm:pt modelId="{51F46D48-0837-4AEE-A2F5-2C2F56D3FC97}" type="sibTrans" cxnId="{F5B44C6B-B389-4F47-94FF-051706059583}">
      <dgm:prSet/>
      <dgm:spPr/>
      <dgm:t>
        <a:bodyPr/>
        <a:lstStyle/>
        <a:p>
          <a:endParaRPr lang="en-US"/>
        </a:p>
      </dgm:t>
    </dgm:pt>
    <dgm:pt modelId="{25A5E61D-23FB-4710-BC6E-B80B0114B3F3}">
      <dgm:prSet/>
      <dgm:spPr/>
      <dgm:t>
        <a:bodyPr/>
        <a:lstStyle/>
        <a:p>
          <a:pPr rtl="0"/>
          <a:r>
            <a:rPr lang="en-US" b="1" dirty="0">
              <a:latin typeface="Calibri"/>
              <a:ea typeface="Calibri"/>
              <a:cs typeface="Calibri"/>
            </a:rPr>
            <a:t>Feature Selection Methods</a:t>
          </a:r>
        </a:p>
      </dgm:t>
    </dgm:pt>
    <dgm:pt modelId="{BA261379-6537-4274-9683-6CABA6EF738F}" type="parTrans" cxnId="{10C0977A-490D-4D9E-A1FD-5EB32F049299}">
      <dgm:prSet/>
      <dgm:spPr/>
      <dgm:t>
        <a:bodyPr/>
        <a:lstStyle/>
        <a:p>
          <a:endParaRPr lang="en-US"/>
        </a:p>
      </dgm:t>
    </dgm:pt>
    <dgm:pt modelId="{5BC2AAAF-A5A0-415E-8912-EA547192EA43}" type="sibTrans" cxnId="{10C0977A-490D-4D9E-A1FD-5EB32F049299}">
      <dgm:prSet/>
      <dgm:spPr/>
      <dgm:t>
        <a:bodyPr/>
        <a:lstStyle/>
        <a:p>
          <a:endParaRPr lang="en-US"/>
        </a:p>
      </dgm:t>
    </dgm:pt>
    <dgm:pt modelId="{09E23F90-F29B-4352-8737-D4035A0956AC}">
      <dgm:prSet/>
      <dgm:spPr/>
      <dgm:t>
        <a:bodyPr/>
        <a:lstStyle/>
        <a:p>
          <a:pPr rtl="0"/>
          <a:r>
            <a:rPr lang="en-US" b="1" dirty="0">
              <a:latin typeface="Calibri"/>
              <a:ea typeface="Calibri"/>
              <a:cs typeface="Calibri"/>
            </a:rPr>
            <a:t>Models Used</a:t>
          </a:r>
        </a:p>
      </dgm:t>
    </dgm:pt>
    <dgm:pt modelId="{97D602F9-6CBD-4DE7-A5B9-E5EDF8C1B4E3}" type="parTrans" cxnId="{91BA41FB-4035-4F59-B527-FC96386C19EC}">
      <dgm:prSet/>
      <dgm:spPr/>
      <dgm:t>
        <a:bodyPr/>
        <a:lstStyle/>
        <a:p>
          <a:endParaRPr lang="en-US"/>
        </a:p>
      </dgm:t>
    </dgm:pt>
    <dgm:pt modelId="{35E18196-A31A-4F12-824B-F7AF32B44FB3}" type="sibTrans" cxnId="{91BA41FB-4035-4F59-B527-FC96386C19EC}">
      <dgm:prSet/>
      <dgm:spPr/>
      <dgm:t>
        <a:bodyPr/>
        <a:lstStyle/>
        <a:p>
          <a:endParaRPr lang="en-US"/>
        </a:p>
      </dgm:t>
    </dgm:pt>
    <dgm:pt modelId="{4582F4CA-2A91-46A6-9E7B-4F626BCE0B21}">
      <dgm:prSet/>
      <dgm:spPr/>
      <dgm:t>
        <a:bodyPr/>
        <a:lstStyle/>
        <a:p>
          <a:pPr rtl="0"/>
          <a:r>
            <a:rPr lang="en-US" b="1" dirty="0">
              <a:latin typeface="Calibri"/>
              <a:ea typeface="Calibri"/>
              <a:cs typeface="Calibri"/>
            </a:rPr>
            <a:t>Model Performance on Raw Data</a:t>
          </a:r>
        </a:p>
      </dgm:t>
    </dgm:pt>
    <dgm:pt modelId="{23882CF8-2D71-42B6-9DDE-6B27CD2347EA}" type="parTrans" cxnId="{D0DEB055-BA15-4042-B98A-35D7F02414DB}">
      <dgm:prSet/>
      <dgm:spPr/>
      <dgm:t>
        <a:bodyPr/>
        <a:lstStyle/>
        <a:p>
          <a:endParaRPr lang="en-US"/>
        </a:p>
      </dgm:t>
    </dgm:pt>
    <dgm:pt modelId="{41A3C21A-F2CB-4501-93C7-08A129EA30AB}" type="sibTrans" cxnId="{D0DEB055-BA15-4042-B98A-35D7F02414DB}">
      <dgm:prSet/>
      <dgm:spPr/>
      <dgm:t>
        <a:bodyPr/>
        <a:lstStyle/>
        <a:p>
          <a:endParaRPr lang="en-US"/>
        </a:p>
      </dgm:t>
    </dgm:pt>
    <dgm:pt modelId="{0D9E5174-32F9-43A7-BF28-9889D54BA2F2}">
      <dgm:prSet/>
      <dgm:spPr/>
      <dgm:t>
        <a:bodyPr/>
        <a:lstStyle/>
        <a:p>
          <a:r>
            <a:rPr lang="en-US" b="1" dirty="0">
              <a:latin typeface="Calibri"/>
              <a:ea typeface="Calibri"/>
              <a:cs typeface="Calibri"/>
            </a:rPr>
            <a:t>Conclusion</a:t>
          </a:r>
        </a:p>
      </dgm:t>
    </dgm:pt>
    <dgm:pt modelId="{375D4B2D-C182-4495-A91A-EE53395040FA}" type="parTrans" cxnId="{3CD38B73-AC35-4CC2-B952-EDF2C351B23A}">
      <dgm:prSet/>
      <dgm:spPr/>
      <dgm:t>
        <a:bodyPr/>
        <a:lstStyle/>
        <a:p>
          <a:endParaRPr lang="en-US"/>
        </a:p>
      </dgm:t>
    </dgm:pt>
    <dgm:pt modelId="{2A3CBE26-C681-47C9-A8B6-666277329D45}" type="sibTrans" cxnId="{3CD38B73-AC35-4CC2-B952-EDF2C351B23A}">
      <dgm:prSet/>
      <dgm:spPr/>
      <dgm:t>
        <a:bodyPr/>
        <a:lstStyle/>
        <a:p>
          <a:endParaRPr lang="en-US"/>
        </a:p>
      </dgm:t>
    </dgm:pt>
    <dgm:pt modelId="{F3CDD32E-2903-4933-A5F7-0CC09B73A58C}">
      <dgm:prSet phldr="0"/>
      <dgm:spPr/>
      <dgm:t>
        <a:bodyPr/>
        <a:lstStyle/>
        <a:p>
          <a:pPr rtl="0"/>
          <a:r>
            <a:rPr lang="en-US" b="1" dirty="0">
              <a:latin typeface="Calibri"/>
              <a:ea typeface="Calibri"/>
              <a:cs typeface="Calibri"/>
            </a:rPr>
            <a:t>Research Aim and Objective</a:t>
          </a:r>
        </a:p>
      </dgm:t>
    </dgm:pt>
    <dgm:pt modelId="{BE7CEFA6-B725-4944-BD8D-A7318FC59FED}" type="parTrans" cxnId="{1E0F1A77-86D9-4A4B-8259-0F4703B5D217}">
      <dgm:prSet/>
      <dgm:spPr/>
    </dgm:pt>
    <dgm:pt modelId="{FB7F9C8C-DBC3-42BC-8C88-448F0089D592}" type="sibTrans" cxnId="{1E0F1A77-86D9-4A4B-8259-0F4703B5D217}">
      <dgm:prSet/>
      <dgm:spPr/>
    </dgm:pt>
    <dgm:pt modelId="{A63E1AE9-A81D-4102-BC53-0A080A861036}">
      <dgm:prSet phldr="0"/>
      <dgm:spPr/>
      <dgm:t>
        <a:bodyPr/>
        <a:lstStyle/>
        <a:p>
          <a:pPr rtl="0"/>
          <a:r>
            <a:rPr lang="en-US" b="1" dirty="0">
              <a:latin typeface="Calibri"/>
              <a:ea typeface="Calibri"/>
              <a:cs typeface="Calibri"/>
            </a:rPr>
            <a:t>Model Performance on Balanced Data (SMOTE)</a:t>
          </a:r>
        </a:p>
      </dgm:t>
    </dgm:pt>
    <dgm:pt modelId="{4467AE43-8C3A-4E18-A210-ADACEAEF1EBC}" type="parTrans" cxnId="{5329A40C-FFF3-4B18-81D3-87E19EE4C04D}">
      <dgm:prSet/>
      <dgm:spPr/>
    </dgm:pt>
    <dgm:pt modelId="{7FF09551-CC45-48E6-A4EA-757E3AEB70C7}" type="sibTrans" cxnId="{5329A40C-FFF3-4B18-81D3-87E19EE4C04D}">
      <dgm:prSet/>
      <dgm:spPr/>
    </dgm:pt>
    <dgm:pt modelId="{49A58E14-34C7-44F5-B74A-A29DCF38BD4E}">
      <dgm:prSet phldr="0"/>
      <dgm:spPr/>
      <dgm:t>
        <a:bodyPr/>
        <a:lstStyle/>
        <a:p>
          <a:pPr rtl="0"/>
          <a:r>
            <a:rPr lang="en-US" b="1" dirty="0">
              <a:latin typeface="Calibri"/>
              <a:ea typeface="Calibri"/>
              <a:cs typeface="Calibri"/>
            </a:rPr>
            <a:t>Model Optimization</a:t>
          </a:r>
        </a:p>
      </dgm:t>
    </dgm:pt>
    <dgm:pt modelId="{1CAF7C9E-9E53-4A7C-B770-C0FBF258576A}" type="parTrans" cxnId="{5262B534-1E5A-4349-9A1B-8C49E41D3C7D}">
      <dgm:prSet/>
      <dgm:spPr/>
    </dgm:pt>
    <dgm:pt modelId="{4D1FAEBC-69D5-4D87-8BD4-8AD23C957250}" type="sibTrans" cxnId="{5262B534-1E5A-4349-9A1B-8C49E41D3C7D}">
      <dgm:prSet/>
      <dgm:spPr/>
    </dgm:pt>
    <dgm:pt modelId="{762EA392-685F-4AFD-A5BC-F55B9F6FB58A}">
      <dgm:prSet phldr="0"/>
      <dgm:spPr/>
      <dgm:t>
        <a:bodyPr/>
        <a:lstStyle/>
        <a:p>
          <a:pPr rtl="0"/>
          <a:r>
            <a:rPr lang="en-US" b="1" dirty="0">
              <a:latin typeface="Calibri"/>
              <a:ea typeface="Calibri"/>
              <a:cs typeface="Calibri"/>
            </a:rPr>
            <a:t>Model Performance on Feature Selection + SMOTE Data</a:t>
          </a:r>
        </a:p>
      </dgm:t>
    </dgm:pt>
    <dgm:pt modelId="{499CA6D2-B248-409E-8795-BDE8B6F3AD04}" type="parTrans" cxnId="{2590FDFF-3FB2-4F2F-9877-D0783EE5D609}">
      <dgm:prSet/>
      <dgm:spPr/>
    </dgm:pt>
    <dgm:pt modelId="{EA9C7124-4BD3-48CE-964F-56D0B49A3224}" type="sibTrans" cxnId="{2590FDFF-3FB2-4F2F-9877-D0783EE5D609}">
      <dgm:prSet/>
      <dgm:spPr/>
    </dgm:pt>
    <dgm:pt modelId="{B9E0EF4B-096F-4381-87B7-55C649758BF9}">
      <dgm:prSet phldr="0"/>
      <dgm:spPr/>
      <dgm:t>
        <a:bodyPr/>
        <a:lstStyle/>
        <a:p>
          <a:pPr rtl="0"/>
          <a:r>
            <a:rPr lang="en-US" b="1" dirty="0">
              <a:latin typeface="Calibri"/>
              <a:ea typeface="Calibri"/>
              <a:cs typeface="Calibri"/>
            </a:rPr>
            <a:t>Future Work</a:t>
          </a:r>
        </a:p>
      </dgm:t>
    </dgm:pt>
    <dgm:pt modelId="{EF833FCB-6557-45FC-A397-F73D5BA10C2F}" type="parTrans" cxnId="{1270B3FE-E37C-4F87-B44A-E04A396B451C}">
      <dgm:prSet/>
      <dgm:spPr/>
    </dgm:pt>
    <dgm:pt modelId="{22D02BC8-E606-4100-82A6-BD79FBA739CB}" type="sibTrans" cxnId="{1270B3FE-E37C-4F87-B44A-E04A396B451C}">
      <dgm:prSet/>
      <dgm:spPr/>
    </dgm:pt>
    <dgm:pt modelId="{65058964-44F1-4763-ACBA-9B2603442CA0}" type="pres">
      <dgm:prSet presAssocID="{03FA027E-6CCC-419E-A5F9-2809CB986C90}" presName="vert0" presStyleCnt="0">
        <dgm:presLayoutVars>
          <dgm:dir/>
          <dgm:animOne val="branch"/>
          <dgm:animLvl val="lvl"/>
        </dgm:presLayoutVars>
      </dgm:prSet>
      <dgm:spPr/>
    </dgm:pt>
    <dgm:pt modelId="{E12733A7-8AB5-4424-8EA3-03825C0958AD}" type="pres">
      <dgm:prSet presAssocID="{3649E43F-3421-4E4F-8EB3-F8749377E1AF}" presName="thickLine" presStyleLbl="alignNode1" presStyleIdx="0" presStyleCnt="14"/>
      <dgm:spPr/>
    </dgm:pt>
    <dgm:pt modelId="{C7AC52C1-F4CF-4397-BC4A-4EADDBB3F808}" type="pres">
      <dgm:prSet presAssocID="{3649E43F-3421-4E4F-8EB3-F8749377E1AF}" presName="horz1" presStyleCnt="0"/>
      <dgm:spPr/>
    </dgm:pt>
    <dgm:pt modelId="{7ADBEEA8-54A5-48DF-BBB4-641175B74AD6}" type="pres">
      <dgm:prSet presAssocID="{3649E43F-3421-4E4F-8EB3-F8749377E1AF}" presName="tx1" presStyleLbl="revTx" presStyleIdx="0" presStyleCnt="14"/>
      <dgm:spPr/>
    </dgm:pt>
    <dgm:pt modelId="{32BA2664-A208-43CF-83AE-3DA1C653E707}" type="pres">
      <dgm:prSet presAssocID="{3649E43F-3421-4E4F-8EB3-F8749377E1AF}" presName="vert1" presStyleCnt="0"/>
      <dgm:spPr/>
    </dgm:pt>
    <dgm:pt modelId="{841F6AAD-529C-47A0-9058-D2BA0D7D10CC}" type="pres">
      <dgm:prSet presAssocID="{1270FC3C-DCF1-4398-9D4A-CDCF7D171AE1}" presName="thickLine" presStyleLbl="alignNode1" presStyleIdx="1" presStyleCnt="14"/>
      <dgm:spPr/>
    </dgm:pt>
    <dgm:pt modelId="{B41FA4CE-2083-43FC-B1E2-F26D94726779}" type="pres">
      <dgm:prSet presAssocID="{1270FC3C-DCF1-4398-9D4A-CDCF7D171AE1}" presName="horz1" presStyleCnt="0"/>
      <dgm:spPr/>
    </dgm:pt>
    <dgm:pt modelId="{634B600A-527B-45BE-B3BF-440E861FC3E3}" type="pres">
      <dgm:prSet presAssocID="{1270FC3C-DCF1-4398-9D4A-CDCF7D171AE1}" presName="tx1" presStyleLbl="revTx" presStyleIdx="1" presStyleCnt="14"/>
      <dgm:spPr/>
    </dgm:pt>
    <dgm:pt modelId="{21F23B78-BEB0-4A62-9B8B-92838070A13F}" type="pres">
      <dgm:prSet presAssocID="{1270FC3C-DCF1-4398-9D4A-CDCF7D171AE1}" presName="vert1" presStyleCnt="0"/>
      <dgm:spPr/>
    </dgm:pt>
    <dgm:pt modelId="{7D048790-E24C-49DE-999B-48BD173A21E4}" type="pres">
      <dgm:prSet presAssocID="{F3CDD32E-2903-4933-A5F7-0CC09B73A58C}" presName="thickLine" presStyleLbl="alignNode1" presStyleIdx="2" presStyleCnt="14"/>
      <dgm:spPr/>
    </dgm:pt>
    <dgm:pt modelId="{63D615D2-5F87-49A1-892A-A070B6015166}" type="pres">
      <dgm:prSet presAssocID="{F3CDD32E-2903-4933-A5F7-0CC09B73A58C}" presName="horz1" presStyleCnt="0"/>
      <dgm:spPr/>
    </dgm:pt>
    <dgm:pt modelId="{75E1DE71-8274-4111-9E19-F591CFB738C7}" type="pres">
      <dgm:prSet presAssocID="{F3CDD32E-2903-4933-A5F7-0CC09B73A58C}" presName="tx1" presStyleLbl="revTx" presStyleIdx="2" presStyleCnt="14"/>
      <dgm:spPr/>
    </dgm:pt>
    <dgm:pt modelId="{67676C56-0395-4F1E-9E70-007ED2E8E1FD}" type="pres">
      <dgm:prSet presAssocID="{F3CDD32E-2903-4933-A5F7-0CC09B73A58C}" presName="vert1" presStyleCnt="0"/>
      <dgm:spPr/>
    </dgm:pt>
    <dgm:pt modelId="{058299D2-D4A5-4F58-8FD6-595A5128EB26}" type="pres">
      <dgm:prSet presAssocID="{BBC1B66B-88E9-43B0-B816-12946BD446F0}" presName="thickLine" presStyleLbl="alignNode1" presStyleIdx="3" presStyleCnt="14"/>
      <dgm:spPr/>
    </dgm:pt>
    <dgm:pt modelId="{DD188EA2-34FD-45B2-8F04-DC143DAD9E9C}" type="pres">
      <dgm:prSet presAssocID="{BBC1B66B-88E9-43B0-B816-12946BD446F0}" presName="horz1" presStyleCnt="0"/>
      <dgm:spPr/>
    </dgm:pt>
    <dgm:pt modelId="{969F2300-26CE-45E6-AE03-0A6265652755}" type="pres">
      <dgm:prSet presAssocID="{BBC1B66B-88E9-43B0-B816-12946BD446F0}" presName="tx1" presStyleLbl="revTx" presStyleIdx="3" presStyleCnt="14"/>
      <dgm:spPr/>
    </dgm:pt>
    <dgm:pt modelId="{B58B4401-F7D2-42F4-921F-57DA59689AA4}" type="pres">
      <dgm:prSet presAssocID="{BBC1B66B-88E9-43B0-B816-12946BD446F0}" presName="vert1" presStyleCnt="0"/>
      <dgm:spPr/>
    </dgm:pt>
    <dgm:pt modelId="{BB975780-443F-4DF9-B291-53C5482E0901}" type="pres">
      <dgm:prSet presAssocID="{17A56D6D-0DB7-41C5-9603-BE313779E375}" presName="thickLine" presStyleLbl="alignNode1" presStyleIdx="4" presStyleCnt="14"/>
      <dgm:spPr/>
    </dgm:pt>
    <dgm:pt modelId="{768CE6A5-C1FB-4C02-8268-CE0C77421D2C}" type="pres">
      <dgm:prSet presAssocID="{17A56D6D-0DB7-41C5-9603-BE313779E375}" presName="horz1" presStyleCnt="0"/>
      <dgm:spPr/>
    </dgm:pt>
    <dgm:pt modelId="{6C3CB91D-6162-46E1-8231-1B7EC1AAA3A5}" type="pres">
      <dgm:prSet presAssocID="{17A56D6D-0DB7-41C5-9603-BE313779E375}" presName="tx1" presStyleLbl="revTx" presStyleIdx="4" presStyleCnt="14"/>
      <dgm:spPr/>
    </dgm:pt>
    <dgm:pt modelId="{0113377D-4587-4654-9EC4-B7F24E79E681}" type="pres">
      <dgm:prSet presAssocID="{17A56D6D-0DB7-41C5-9603-BE313779E375}" presName="vert1" presStyleCnt="0"/>
      <dgm:spPr/>
    </dgm:pt>
    <dgm:pt modelId="{054CD5D0-408A-448F-9D95-858CF0B45C9F}" type="pres">
      <dgm:prSet presAssocID="{431DC8C5-7E95-42A5-A465-DD25480A62BD}" presName="thickLine" presStyleLbl="alignNode1" presStyleIdx="5" presStyleCnt="14"/>
      <dgm:spPr/>
    </dgm:pt>
    <dgm:pt modelId="{18902C4F-C399-4F9F-8E38-DF88E09F6BAF}" type="pres">
      <dgm:prSet presAssocID="{431DC8C5-7E95-42A5-A465-DD25480A62BD}" presName="horz1" presStyleCnt="0"/>
      <dgm:spPr/>
    </dgm:pt>
    <dgm:pt modelId="{4DD1B8A6-E36A-4FF2-BE1D-D4A2E1FB9E5E}" type="pres">
      <dgm:prSet presAssocID="{431DC8C5-7E95-42A5-A465-DD25480A62BD}" presName="tx1" presStyleLbl="revTx" presStyleIdx="5" presStyleCnt="14"/>
      <dgm:spPr/>
    </dgm:pt>
    <dgm:pt modelId="{0FF99AF1-0097-4E2B-A94F-F2C2789D8D6A}" type="pres">
      <dgm:prSet presAssocID="{431DC8C5-7E95-42A5-A465-DD25480A62BD}" presName="vert1" presStyleCnt="0"/>
      <dgm:spPr/>
    </dgm:pt>
    <dgm:pt modelId="{BD9C4909-7A7F-4D69-ADA2-9976A66206FA}" type="pres">
      <dgm:prSet presAssocID="{25A5E61D-23FB-4710-BC6E-B80B0114B3F3}" presName="thickLine" presStyleLbl="alignNode1" presStyleIdx="6" presStyleCnt="14"/>
      <dgm:spPr/>
    </dgm:pt>
    <dgm:pt modelId="{E57FC805-F31C-484E-9A43-7156492960D8}" type="pres">
      <dgm:prSet presAssocID="{25A5E61D-23FB-4710-BC6E-B80B0114B3F3}" presName="horz1" presStyleCnt="0"/>
      <dgm:spPr/>
    </dgm:pt>
    <dgm:pt modelId="{96A3925B-9E52-4B98-B7CD-443B6B0D93CC}" type="pres">
      <dgm:prSet presAssocID="{25A5E61D-23FB-4710-BC6E-B80B0114B3F3}" presName="tx1" presStyleLbl="revTx" presStyleIdx="6" presStyleCnt="14"/>
      <dgm:spPr/>
    </dgm:pt>
    <dgm:pt modelId="{41491F38-D8DF-44D3-8D20-F424DD627F26}" type="pres">
      <dgm:prSet presAssocID="{25A5E61D-23FB-4710-BC6E-B80B0114B3F3}" presName="vert1" presStyleCnt="0"/>
      <dgm:spPr/>
    </dgm:pt>
    <dgm:pt modelId="{3345243F-93F7-4FD8-9AFF-C513F0069D92}" type="pres">
      <dgm:prSet presAssocID="{09E23F90-F29B-4352-8737-D4035A0956AC}" presName="thickLine" presStyleLbl="alignNode1" presStyleIdx="7" presStyleCnt="14"/>
      <dgm:spPr/>
    </dgm:pt>
    <dgm:pt modelId="{AAEC2683-6A59-40D9-AA5B-B214BB995AA4}" type="pres">
      <dgm:prSet presAssocID="{09E23F90-F29B-4352-8737-D4035A0956AC}" presName="horz1" presStyleCnt="0"/>
      <dgm:spPr/>
    </dgm:pt>
    <dgm:pt modelId="{006C80E8-6166-4FEC-B9C2-5EB0C4D45CE3}" type="pres">
      <dgm:prSet presAssocID="{09E23F90-F29B-4352-8737-D4035A0956AC}" presName="tx1" presStyleLbl="revTx" presStyleIdx="7" presStyleCnt="14"/>
      <dgm:spPr/>
    </dgm:pt>
    <dgm:pt modelId="{733823C1-5E8E-4523-9D80-0CB77E642D44}" type="pres">
      <dgm:prSet presAssocID="{09E23F90-F29B-4352-8737-D4035A0956AC}" presName="vert1" presStyleCnt="0"/>
      <dgm:spPr/>
    </dgm:pt>
    <dgm:pt modelId="{E6E2D0F0-FC00-4C6D-A0CA-4840687E7507}" type="pres">
      <dgm:prSet presAssocID="{4582F4CA-2A91-46A6-9E7B-4F626BCE0B21}" presName="thickLine" presStyleLbl="alignNode1" presStyleIdx="8" presStyleCnt="14"/>
      <dgm:spPr/>
    </dgm:pt>
    <dgm:pt modelId="{EBD0B0A5-5AAB-47A9-9BB5-972910497151}" type="pres">
      <dgm:prSet presAssocID="{4582F4CA-2A91-46A6-9E7B-4F626BCE0B21}" presName="horz1" presStyleCnt="0"/>
      <dgm:spPr/>
    </dgm:pt>
    <dgm:pt modelId="{EE15C9EB-D1D9-4C1A-96BB-D88D2A79FACC}" type="pres">
      <dgm:prSet presAssocID="{4582F4CA-2A91-46A6-9E7B-4F626BCE0B21}" presName="tx1" presStyleLbl="revTx" presStyleIdx="8" presStyleCnt="14"/>
      <dgm:spPr/>
    </dgm:pt>
    <dgm:pt modelId="{57220484-074A-49FD-B4FF-AEC6A4548278}" type="pres">
      <dgm:prSet presAssocID="{4582F4CA-2A91-46A6-9E7B-4F626BCE0B21}" presName="vert1" presStyleCnt="0"/>
      <dgm:spPr/>
    </dgm:pt>
    <dgm:pt modelId="{B7A6C03C-1F1B-446B-947C-2B61E889D1C0}" type="pres">
      <dgm:prSet presAssocID="{A63E1AE9-A81D-4102-BC53-0A080A861036}" presName="thickLine" presStyleLbl="alignNode1" presStyleIdx="9" presStyleCnt="14"/>
      <dgm:spPr/>
    </dgm:pt>
    <dgm:pt modelId="{5BD74D69-BAA6-4607-A9BE-566012E5761A}" type="pres">
      <dgm:prSet presAssocID="{A63E1AE9-A81D-4102-BC53-0A080A861036}" presName="horz1" presStyleCnt="0"/>
      <dgm:spPr/>
    </dgm:pt>
    <dgm:pt modelId="{F9C6ABA8-1110-4DA0-9358-B2D43C03C2DA}" type="pres">
      <dgm:prSet presAssocID="{A63E1AE9-A81D-4102-BC53-0A080A861036}" presName="tx1" presStyleLbl="revTx" presStyleIdx="9" presStyleCnt="14"/>
      <dgm:spPr/>
    </dgm:pt>
    <dgm:pt modelId="{0EE71B6B-5A28-4E3E-8CCD-7F9F644A068A}" type="pres">
      <dgm:prSet presAssocID="{A63E1AE9-A81D-4102-BC53-0A080A861036}" presName="vert1" presStyleCnt="0"/>
      <dgm:spPr/>
    </dgm:pt>
    <dgm:pt modelId="{62AA251B-BCD9-482F-A6C1-98F40C27FF75}" type="pres">
      <dgm:prSet presAssocID="{762EA392-685F-4AFD-A5BC-F55B9F6FB58A}" presName="thickLine" presStyleLbl="alignNode1" presStyleIdx="10" presStyleCnt="14"/>
      <dgm:spPr/>
    </dgm:pt>
    <dgm:pt modelId="{7F7E511A-3B93-4621-A934-32D28454A92D}" type="pres">
      <dgm:prSet presAssocID="{762EA392-685F-4AFD-A5BC-F55B9F6FB58A}" presName="horz1" presStyleCnt="0"/>
      <dgm:spPr/>
    </dgm:pt>
    <dgm:pt modelId="{CAEB527B-AD6C-464D-BF0A-83B450672AF1}" type="pres">
      <dgm:prSet presAssocID="{762EA392-685F-4AFD-A5BC-F55B9F6FB58A}" presName="tx1" presStyleLbl="revTx" presStyleIdx="10" presStyleCnt="14"/>
      <dgm:spPr/>
    </dgm:pt>
    <dgm:pt modelId="{E1688732-0822-4985-9E16-05EA6FD28BED}" type="pres">
      <dgm:prSet presAssocID="{762EA392-685F-4AFD-A5BC-F55B9F6FB58A}" presName="vert1" presStyleCnt="0"/>
      <dgm:spPr/>
    </dgm:pt>
    <dgm:pt modelId="{6D3E1739-1DA4-4FFB-B005-16C7C528EE59}" type="pres">
      <dgm:prSet presAssocID="{49A58E14-34C7-44F5-B74A-A29DCF38BD4E}" presName="thickLine" presStyleLbl="alignNode1" presStyleIdx="11" presStyleCnt="14"/>
      <dgm:spPr/>
    </dgm:pt>
    <dgm:pt modelId="{5F38693E-71B7-491C-B529-E9B7231235C7}" type="pres">
      <dgm:prSet presAssocID="{49A58E14-34C7-44F5-B74A-A29DCF38BD4E}" presName="horz1" presStyleCnt="0"/>
      <dgm:spPr/>
    </dgm:pt>
    <dgm:pt modelId="{30D7B2A6-DA89-4E78-8765-1C9041565067}" type="pres">
      <dgm:prSet presAssocID="{49A58E14-34C7-44F5-B74A-A29DCF38BD4E}" presName="tx1" presStyleLbl="revTx" presStyleIdx="11" presStyleCnt="14"/>
      <dgm:spPr/>
    </dgm:pt>
    <dgm:pt modelId="{F0A2A2AB-613B-4A2D-80A2-3A30BDFCE235}" type="pres">
      <dgm:prSet presAssocID="{49A58E14-34C7-44F5-B74A-A29DCF38BD4E}" presName="vert1" presStyleCnt="0"/>
      <dgm:spPr/>
    </dgm:pt>
    <dgm:pt modelId="{6125C262-2DCC-4346-B357-BAE2D24A14B5}" type="pres">
      <dgm:prSet presAssocID="{0D9E5174-32F9-43A7-BF28-9889D54BA2F2}" presName="thickLine" presStyleLbl="alignNode1" presStyleIdx="12" presStyleCnt="14"/>
      <dgm:spPr/>
    </dgm:pt>
    <dgm:pt modelId="{44C391AC-190E-472F-9872-E9FC1B4493CF}" type="pres">
      <dgm:prSet presAssocID="{0D9E5174-32F9-43A7-BF28-9889D54BA2F2}" presName="horz1" presStyleCnt="0"/>
      <dgm:spPr/>
    </dgm:pt>
    <dgm:pt modelId="{F456DAC4-B8A6-48FD-99F2-A103EC0B3017}" type="pres">
      <dgm:prSet presAssocID="{0D9E5174-32F9-43A7-BF28-9889D54BA2F2}" presName="tx1" presStyleLbl="revTx" presStyleIdx="12" presStyleCnt="14"/>
      <dgm:spPr/>
    </dgm:pt>
    <dgm:pt modelId="{FE751DD8-6F3F-44D8-97BB-8110E305284B}" type="pres">
      <dgm:prSet presAssocID="{0D9E5174-32F9-43A7-BF28-9889D54BA2F2}" presName="vert1" presStyleCnt="0"/>
      <dgm:spPr/>
    </dgm:pt>
    <dgm:pt modelId="{60B832B1-7534-4F1C-A949-089714952E16}" type="pres">
      <dgm:prSet presAssocID="{B9E0EF4B-096F-4381-87B7-55C649758BF9}" presName="thickLine" presStyleLbl="alignNode1" presStyleIdx="13" presStyleCnt="14"/>
      <dgm:spPr/>
    </dgm:pt>
    <dgm:pt modelId="{A0B96E74-5A32-4B01-8133-7E93A8290E02}" type="pres">
      <dgm:prSet presAssocID="{B9E0EF4B-096F-4381-87B7-55C649758BF9}" presName="horz1" presStyleCnt="0"/>
      <dgm:spPr/>
    </dgm:pt>
    <dgm:pt modelId="{49300CB5-2B47-42A8-B83E-2C6B29BCCE97}" type="pres">
      <dgm:prSet presAssocID="{B9E0EF4B-096F-4381-87B7-55C649758BF9}" presName="tx1" presStyleLbl="revTx" presStyleIdx="13" presStyleCnt="14"/>
      <dgm:spPr/>
    </dgm:pt>
    <dgm:pt modelId="{C117447E-704C-4CB1-8C97-EFB8FCB9EA1D}" type="pres">
      <dgm:prSet presAssocID="{B9E0EF4B-096F-4381-87B7-55C649758BF9}" presName="vert1" presStyleCnt="0"/>
      <dgm:spPr/>
    </dgm:pt>
  </dgm:ptLst>
  <dgm:cxnLst>
    <dgm:cxn modelId="{5329A40C-FFF3-4B18-81D3-87E19EE4C04D}" srcId="{03FA027E-6CCC-419E-A5F9-2809CB986C90}" destId="{A63E1AE9-A81D-4102-BC53-0A080A861036}" srcOrd="9" destOrd="0" parTransId="{4467AE43-8C3A-4E18-A210-ADACEAEF1EBC}" sibTransId="{7FF09551-CC45-48E6-A4EA-757E3AEB70C7}"/>
    <dgm:cxn modelId="{03C81F14-2D18-40BB-803D-E4364D9528CF}" type="presOf" srcId="{B9E0EF4B-096F-4381-87B7-55C649758BF9}" destId="{49300CB5-2B47-42A8-B83E-2C6B29BCCE97}" srcOrd="0" destOrd="0" presId="urn:microsoft.com/office/officeart/2008/layout/LinedList"/>
    <dgm:cxn modelId="{6471BF17-1662-49A0-9479-0A38139974CF}" type="presOf" srcId="{1270FC3C-DCF1-4398-9D4A-CDCF7D171AE1}" destId="{634B600A-527B-45BE-B3BF-440E861FC3E3}" srcOrd="0" destOrd="0" presId="urn:microsoft.com/office/officeart/2008/layout/LinedList"/>
    <dgm:cxn modelId="{5262B534-1E5A-4349-9A1B-8C49E41D3C7D}" srcId="{03FA027E-6CCC-419E-A5F9-2809CB986C90}" destId="{49A58E14-34C7-44F5-B74A-A29DCF38BD4E}" srcOrd="11" destOrd="0" parTransId="{1CAF7C9E-9E53-4A7C-B770-C0FBF258576A}" sibTransId="{4D1FAEBC-69D5-4D87-8BD4-8AD23C957250}"/>
    <dgm:cxn modelId="{565E0838-582E-4DA1-9B4B-B447E0E4D0F3}" srcId="{03FA027E-6CCC-419E-A5F9-2809CB986C90}" destId="{3649E43F-3421-4E4F-8EB3-F8749377E1AF}" srcOrd="0" destOrd="0" parTransId="{6DFBDA3F-BE0F-4CF2-9C69-E7C5753EE3B1}" sibTransId="{3904A0E2-E91D-49FF-8FB9-2BFE3A034821}"/>
    <dgm:cxn modelId="{6D108F5F-9131-478C-B6DE-5318E16D71EE}" type="presOf" srcId="{762EA392-685F-4AFD-A5BC-F55B9F6FB58A}" destId="{CAEB527B-AD6C-464D-BF0A-83B450672AF1}" srcOrd="0" destOrd="0" presId="urn:microsoft.com/office/officeart/2008/layout/LinedList"/>
    <dgm:cxn modelId="{4CCA9260-1BA3-4B14-8D83-319CD79625CB}" srcId="{03FA027E-6CCC-419E-A5F9-2809CB986C90}" destId="{BBC1B66B-88E9-43B0-B816-12946BD446F0}" srcOrd="3" destOrd="0" parTransId="{CE9F5753-0612-45AD-96E1-6B9330EB842C}" sibTransId="{020572CA-6703-40D1-A86B-9A43FE540FBD}"/>
    <dgm:cxn modelId="{28362F63-B7FA-43AF-8A73-3DFEB0D58CCD}" type="presOf" srcId="{49A58E14-34C7-44F5-B74A-A29DCF38BD4E}" destId="{30D7B2A6-DA89-4E78-8765-1C9041565067}" srcOrd="0" destOrd="0" presId="urn:microsoft.com/office/officeart/2008/layout/LinedList"/>
    <dgm:cxn modelId="{788F4265-6F0E-46BF-BEFB-3C189AF5BB91}" type="presOf" srcId="{4582F4CA-2A91-46A6-9E7B-4F626BCE0B21}" destId="{EE15C9EB-D1D9-4C1A-96BB-D88D2A79FACC}" srcOrd="0" destOrd="0" presId="urn:microsoft.com/office/officeart/2008/layout/LinedList"/>
    <dgm:cxn modelId="{F5B44C6B-B389-4F47-94FF-051706059583}" srcId="{03FA027E-6CCC-419E-A5F9-2809CB986C90}" destId="{431DC8C5-7E95-42A5-A465-DD25480A62BD}" srcOrd="5" destOrd="0" parTransId="{E900C752-1EDC-4430-AFC5-81F74AD23A08}" sibTransId="{51F46D48-0837-4AEE-A2F5-2C2F56D3FC97}"/>
    <dgm:cxn modelId="{9E2E0E4E-48E0-4F4C-B696-A9C4D7AAA8AE}" type="presOf" srcId="{25A5E61D-23FB-4710-BC6E-B80B0114B3F3}" destId="{96A3925B-9E52-4B98-B7CD-443B6B0D93CC}" srcOrd="0" destOrd="0" presId="urn:microsoft.com/office/officeart/2008/layout/LinedList"/>
    <dgm:cxn modelId="{3CD38B73-AC35-4CC2-B952-EDF2C351B23A}" srcId="{03FA027E-6CCC-419E-A5F9-2809CB986C90}" destId="{0D9E5174-32F9-43A7-BF28-9889D54BA2F2}" srcOrd="12" destOrd="0" parTransId="{375D4B2D-C182-4495-A91A-EE53395040FA}" sibTransId="{2A3CBE26-C681-47C9-A8B6-666277329D45}"/>
    <dgm:cxn modelId="{D0DEB055-BA15-4042-B98A-35D7F02414DB}" srcId="{03FA027E-6CCC-419E-A5F9-2809CB986C90}" destId="{4582F4CA-2A91-46A6-9E7B-4F626BCE0B21}" srcOrd="8" destOrd="0" parTransId="{23882CF8-2D71-42B6-9DDE-6B27CD2347EA}" sibTransId="{41A3C21A-F2CB-4501-93C7-08A129EA30AB}"/>
    <dgm:cxn modelId="{1E0F1A77-86D9-4A4B-8259-0F4703B5D217}" srcId="{03FA027E-6CCC-419E-A5F9-2809CB986C90}" destId="{F3CDD32E-2903-4933-A5F7-0CC09B73A58C}" srcOrd="2" destOrd="0" parTransId="{BE7CEFA6-B725-4944-BD8D-A7318FC59FED}" sibTransId="{FB7F9C8C-DBC3-42BC-8C88-448F0089D592}"/>
    <dgm:cxn modelId="{1A208059-793E-4101-A700-5D0A385A0418}" type="presOf" srcId="{431DC8C5-7E95-42A5-A465-DD25480A62BD}" destId="{4DD1B8A6-E36A-4FF2-BE1D-D4A2E1FB9E5E}" srcOrd="0" destOrd="0" presId="urn:microsoft.com/office/officeart/2008/layout/LinedList"/>
    <dgm:cxn modelId="{10C0977A-490D-4D9E-A1FD-5EB32F049299}" srcId="{03FA027E-6CCC-419E-A5F9-2809CB986C90}" destId="{25A5E61D-23FB-4710-BC6E-B80B0114B3F3}" srcOrd="6" destOrd="0" parTransId="{BA261379-6537-4274-9683-6CABA6EF738F}" sibTransId="{5BC2AAAF-A5A0-415E-8912-EA547192EA43}"/>
    <dgm:cxn modelId="{E1897184-3CCE-4759-B50F-FFBE4B50E3A9}" type="presOf" srcId="{F3CDD32E-2903-4933-A5F7-0CC09B73A58C}" destId="{75E1DE71-8274-4111-9E19-F591CFB738C7}" srcOrd="0" destOrd="0" presId="urn:microsoft.com/office/officeart/2008/layout/LinedList"/>
    <dgm:cxn modelId="{254A53A3-7C5C-4920-9C11-46A80EFFFF66}" type="presOf" srcId="{BBC1B66B-88E9-43B0-B816-12946BD446F0}" destId="{969F2300-26CE-45E6-AE03-0A6265652755}" srcOrd="0" destOrd="0" presId="urn:microsoft.com/office/officeart/2008/layout/LinedList"/>
    <dgm:cxn modelId="{A085A5AF-B562-43DD-B0EB-75987E5B830E}" type="presOf" srcId="{A63E1AE9-A81D-4102-BC53-0A080A861036}" destId="{F9C6ABA8-1110-4DA0-9358-B2D43C03C2DA}" srcOrd="0" destOrd="0" presId="urn:microsoft.com/office/officeart/2008/layout/LinedList"/>
    <dgm:cxn modelId="{CB25EDBC-E062-4E21-B9AF-36CD2F5C0539}" type="presOf" srcId="{3649E43F-3421-4E4F-8EB3-F8749377E1AF}" destId="{7ADBEEA8-54A5-48DF-BBB4-641175B74AD6}" srcOrd="0" destOrd="0" presId="urn:microsoft.com/office/officeart/2008/layout/LinedList"/>
    <dgm:cxn modelId="{6EED92CD-6FDD-4680-B384-86BCB4F69CDC}" type="presOf" srcId="{17A56D6D-0DB7-41C5-9603-BE313779E375}" destId="{6C3CB91D-6162-46E1-8231-1B7EC1AAA3A5}" srcOrd="0" destOrd="0" presId="urn:microsoft.com/office/officeart/2008/layout/LinedList"/>
    <dgm:cxn modelId="{9061E6CD-1A8F-4246-9DBC-9970E3215728}" type="presOf" srcId="{03FA027E-6CCC-419E-A5F9-2809CB986C90}" destId="{65058964-44F1-4763-ACBA-9B2603442CA0}" srcOrd="0" destOrd="0" presId="urn:microsoft.com/office/officeart/2008/layout/LinedList"/>
    <dgm:cxn modelId="{ED31B5D5-0661-469D-8B2F-600599ED71C9}" type="presOf" srcId="{09E23F90-F29B-4352-8737-D4035A0956AC}" destId="{006C80E8-6166-4FEC-B9C2-5EB0C4D45CE3}" srcOrd="0" destOrd="0" presId="urn:microsoft.com/office/officeart/2008/layout/LinedList"/>
    <dgm:cxn modelId="{1A996DDC-0BC4-4E16-94F6-FFB5ABD4C2C6}" srcId="{03FA027E-6CCC-419E-A5F9-2809CB986C90}" destId="{17A56D6D-0DB7-41C5-9603-BE313779E375}" srcOrd="4" destOrd="0" parTransId="{FB08ED51-67D1-4BD5-9AF1-DDF5887441F7}" sibTransId="{AB208075-37C7-40F8-B266-7605113962B5}"/>
    <dgm:cxn modelId="{EB1CBEDD-8117-415A-811D-414AC47ADCC4}" srcId="{03FA027E-6CCC-419E-A5F9-2809CB986C90}" destId="{1270FC3C-DCF1-4398-9D4A-CDCF7D171AE1}" srcOrd="1" destOrd="0" parTransId="{8DC532DA-F837-45D1-82E1-7659796732D8}" sibTransId="{9B48F25C-81A4-4C74-A3DE-BE28E07D56B2}"/>
    <dgm:cxn modelId="{07DE26DE-AC5C-48B9-BC65-D04E1D233516}" type="presOf" srcId="{0D9E5174-32F9-43A7-BF28-9889D54BA2F2}" destId="{F456DAC4-B8A6-48FD-99F2-A103EC0B3017}" srcOrd="0" destOrd="0" presId="urn:microsoft.com/office/officeart/2008/layout/LinedList"/>
    <dgm:cxn modelId="{91BA41FB-4035-4F59-B527-FC96386C19EC}" srcId="{03FA027E-6CCC-419E-A5F9-2809CB986C90}" destId="{09E23F90-F29B-4352-8737-D4035A0956AC}" srcOrd="7" destOrd="0" parTransId="{97D602F9-6CBD-4DE7-A5B9-E5EDF8C1B4E3}" sibTransId="{35E18196-A31A-4F12-824B-F7AF32B44FB3}"/>
    <dgm:cxn modelId="{1270B3FE-E37C-4F87-B44A-E04A396B451C}" srcId="{03FA027E-6CCC-419E-A5F9-2809CB986C90}" destId="{B9E0EF4B-096F-4381-87B7-55C649758BF9}" srcOrd="13" destOrd="0" parTransId="{EF833FCB-6557-45FC-A397-F73D5BA10C2F}" sibTransId="{22D02BC8-E606-4100-82A6-BD79FBA739CB}"/>
    <dgm:cxn modelId="{2590FDFF-3FB2-4F2F-9877-D0783EE5D609}" srcId="{03FA027E-6CCC-419E-A5F9-2809CB986C90}" destId="{762EA392-685F-4AFD-A5BC-F55B9F6FB58A}" srcOrd="10" destOrd="0" parTransId="{499CA6D2-B248-409E-8795-BDE8B6F3AD04}" sibTransId="{EA9C7124-4BD3-48CE-964F-56D0B49A3224}"/>
    <dgm:cxn modelId="{5476C69B-73CF-4D18-9B95-846EF035312C}" type="presParOf" srcId="{65058964-44F1-4763-ACBA-9B2603442CA0}" destId="{E12733A7-8AB5-4424-8EA3-03825C0958AD}" srcOrd="0" destOrd="0" presId="urn:microsoft.com/office/officeart/2008/layout/LinedList"/>
    <dgm:cxn modelId="{F6FA7974-1317-4DA0-9008-3128B89FB7EB}" type="presParOf" srcId="{65058964-44F1-4763-ACBA-9B2603442CA0}" destId="{C7AC52C1-F4CF-4397-BC4A-4EADDBB3F808}" srcOrd="1" destOrd="0" presId="urn:microsoft.com/office/officeart/2008/layout/LinedList"/>
    <dgm:cxn modelId="{B43AD72C-A773-4E9A-B816-B4446D63DB3F}" type="presParOf" srcId="{C7AC52C1-F4CF-4397-BC4A-4EADDBB3F808}" destId="{7ADBEEA8-54A5-48DF-BBB4-641175B74AD6}" srcOrd="0" destOrd="0" presId="urn:microsoft.com/office/officeart/2008/layout/LinedList"/>
    <dgm:cxn modelId="{436ED088-BB1C-477F-B23D-BCFA6BC9D4BE}" type="presParOf" srcId="{C7AC52C1-F4CF-4397-BC4A-4EADDBB3F808}" destId="{32BA2664-A208-43CF-83AE-3DA1C653E707}" srcOrd="1" destOrd="0" presId="urn:microsoft.com/office/officeart/2008/layout/LinedList"/>
    <dgm:cxn modelId="{F3EC7D27-815E-409A-B9C4-7D9C97A70E6A}" type="presParOf" srcId="{65058964-44F1-4763-ACBA-9B2603442CA0}" destId="{841F6AAD-529C-47A0-9058-D2BA0D7D10CC}" srcOrd="2" destOrd="0" presId="urn:microsoft.com/office/officeart/2008/layout/LinedList"/>
    <dgm:cxn modelId="{1BF5D516-93F7-4A42-B854-0AE0A1E7483B}" type="presParOf" srcId="{65058964-44F1-4763-ACBA-9B2603442CA0}" destId="{B41FA4CE-2083-43FC-B1E2-F26D94726779}" srcOrd="3" destOrd="0" presId="urn:microsoft.com/office/officeart/2008/layout/LinedList"/>
    <dgm:cxn modelId="{5F7A0968-B005-4CAD-8497-A3FE3E52FCD6}" type="presParOf" srcId="{B41FA4CE-2083-43FC-B1E2-F26D94726779}" destId="{634B600A-527B-45BE-B3BF-440E861FC3E3}" srcOrd="0" destOrd="0" presId="urn:microsoft.com/office/officeart/2008/layout/LinedList"/>
    <dgm:cxn modelId="{CAF6AA1E-1011-458F-B01E-3E9746B2B9BC}" type="presParOf" srcId="{B41FA4CE-2083-43FC-B1E2-F26D94726779}" destId="{21F23B78-BEB0-4A62-9B8B-92838070A13F}" srcOrd="1" destOrd="0" presId="urn:microsoft.com/office/officeart/2008/layout/LinedList"/>
    <dgm:cxn modelId="{C8811275-2702-4E48-917C-6A5694E8110C}" type="presParOf" srcId="{65058964-44F1-4763-ACBA-9B2603442CA0}" destId="{7D048790-E24C-49DE-999B-48BD173A21E4}" srcOrd="4" destOrd="0" presId="urn:microsoft.com/office/officeart/2008/layout/LinedList"/>
    <dgm:cxn modelId="{35417C4F-845F-4B29-89AF-AEB2440704D0}" type="presParOf" srcId="{65058964-44F1-4763-ACBA-9B2603442CA0}" destId="{63D615D2-5F87-49A1-892A-A070B6015166}" srcOrd="5" destOrd="0" presId="urn:microsoft.com/office/officeart/2008/layout/LinedList"/>
    <dgm:cxn modelId="{2FAD9133-15A6-4ABC-A325-495AAFB94762}" type="presParOf" srcId="{63D615D2-5F87-49A1-892A-A070B6015166}" destId="{75E1DE71-8274-4111-9E19-F591CFB738C7}" srcOrd="0" destOrd="0" presId="urn:microsoft.com/office/officeart/2008/layout/LinedList"/>
    <dgm:cxn modelId="{A393688E-6E7F-410C-9F27-0237707B5D53}" type="presParOf" srcId="{63D615D2-5F87-49A1-892A-A070B6015166}" destId="{67676C56-0395-4F1E-9E70-007ED2E8E1FD}" srcOrd="1" destOrd="0" presId="urn:microsoft.com/office/officeart/2008/layout/LinedList"/>
    <dgm:cxn modelId="{DD449A7D-1FB2-4D31-83A5-0882E89FCD3E}" type="presParOf" srcId="{65058964-44F1-4763-ACBA-9B2603442CA0}" destId="{058299D2-D4A5-4F58-8FD6-595A5128EB26}" srcOrd="6" destOrd="0" presId="urn:microsoft.com/office/officeart/2008/layout/LinedList"/>
    <dgm:cxn modelId="{D4B9DC30-FEEC-4001-856B-9A1CB4ECF2D9}" type="presParOf" srcId="{65058964-44F1-4763-ACBA-9B2603442CA0}" destId="{DD188EA2-34FD-45B2-8F04-DC143DAD9E9C}" srcOrd="7" destOrd="0" presId="urn:microsoft.com/office/officeart/2008/layout/LinedList"/>
    <dgm:cxn modelId="{D359D2D7-CF14-4A6F-A310-34AC96F95113}" type="presParOf" srcId="{DD188EA2-34FD-45B2-8F04-DC143DAD9E9C}" destId="{969F2300-26CE-45E6-AE03-0A6265652755}" srcOrd="0" destOrd="0" presId="urn:microsoft.com/office/officeart/2008/layout/LinedList"/>
    <dgm:cxn modelId="{2130D9D9-9F5F-426F-89C9-BA70FB619CDF}" type="presParOf" srcId="{DD188EA2-34FD-45B2-8F04-DC143DAD9E9C}" destId="{B58B4401-F7D2-42F4-921F-57DA59689AA4}" srcOrd="1" destOrd="0" presId="urn:microsoft.com/office/officeart/2008/layout/LinedList"/>
    <dgm:cxn modelId="{F247FA20-6784-4E22-B6B4-3ACE7B9F3E01}" type="presParOf" srcId="{65058964-44F1-4763-ACBA-9B2603442CA0}" destId="{BB975780-443F-4DF9-B291-53C5482E0901}" srcOrd="8" destOrd="0" presId="urn:microsoft.com/office/officeart/2008/layout/LinedList"/>
    <dgm:cxn modelId="{8C11CC28-3673-41F9-A1D4-017350F723BA}" type="presParOf" srcId="{65058964-44F1-4763-ACBA-9B2603442CA0}" destId="{768CE6A5-C1FB-4C02-8268-CE0C77421D2C}" srcOrd="9" destOrd="0" presId="urn:microsoft.com/office/officeart/2008/layout/LinedList"/>
    <dgm:cxn modelId="{1681ED92-192F-4D03-BB29-D026E73FB20E}" type="presParOf" srcId="{768CE6A5-C1FB-4C02-8268-CE0C77421D2C}" destId="{6C3CB91D-6162-46E1-8231-1B7EC1AAA3A5}" srcOrd="0" destOrd="0" presId="urn:microsoft.com/office/officeart/2008/layout/LinedList"/>
    <dgm:cxn modelId="{F3756969-4B8F-4369-B510-2BB46EE09BB4}" type="presParOf" srcId="{768CE6A5-C1FB-4C02-8268-CE0C77421D2C}" destId="{0113377D-4587-4654-9EC4-B7F24E79E681}" srcOrd="1" destOrd="0" presId="urn:microsoft.com/office/officeart/2008/layout/LinedList"/>
    <dgm:cxn modelId="{3F06611C-38C4-4B30-9D09-FFBD3E13E4EC}" type="presParOf" srcId="{65058964-44F1-4763-ACBA-9B2603442CA0}" destId="{054CD5D0-408A-448F-9D95-858CF0B45C9F}" srcOrd="10" destOrd="0" presId="urn:microsoft.com/office/officeart/2008/layout/LinedList"/>
    <dgm:cxn modelId="{8371B156-FB40-4A1A-8D7C-81A9961B26CD}" type="presParOf" srcId="{65058964-44F1-4763-ACBA-9B2603442CA0}" destId="{18902C4F-C399-4F9F-8E38-DF88E09F6BAF}" srcOrd="11" destOrd="0" presId="urn:microsoft.com/office/officeart/2008/layout/LinedList"/>
    <dgm:cxn modelId="{16D413C2-538D-4EB7-B196-B7B26A535C79}" type="presParOf" srcId="{18902C4F-C399-4F9F-8E38-DF88E09F6BAF}" destId="{4DD1B8A6-E36A-4FF2-BE1D-D4A2E1FB9E5E}" srcOrd="0" destOrd="0" presId="urn:microsoft.com/office/officeart/2008/layout/LinedList"/>
    <dgm:cxn modelId="{B269C929-1978-4543-93CF-728139283406}" type="presParOf" srcId="{18902C4F-C399-4F9F-8E38-DF88E09F6BAF}" destId="{0FF99AF1-0097-4E2B-A94F-F2C2789D8D6A}" srcOrd="1" destOrd="0" presId="urn:microsoft.com/office/officeart/2008/layout/LinedList"/>
    <dgm:cxn modelId="{9714959A-F122-4D5E-9668-185E61C3DB83}" type="presParOf" srcId="{65058964-44F1-4763-ACBA-9B2603442CA0}" destId="{BD9C4909-7A7F-4D69-ADA2-9976A66206FA}" srcOrd="12" destOrd="0" presId="urn:microsoft.com/office/officeart/2008/layout/LinedList"/>
    <dgm:cxn modelId="{4528E836-B833-4BB0-B290-6D70F4F40495}" type="presParOf" srcId="{65058964-44F1-4763-ACBA-9B2603442CA0}" destId="{E57FC805-F31C-484E-9A43-7156492960D8}" srcOrd="13" destOrd="0" presId="urn:microsoft.com/office/officeart/2008/layout/LinedList"/>
    <dgm:cxn modelId="{BFBCD462-24C6-4CB2-B798-36C33426DE3E}" type="presParOf" srcId="{E57FC805-F31C-484E-9A43-7156492960D8}" destId="{96A3925B-9E52-4B98-B7CD-443B6B0D93CC}" srcOrd="0" destOrd="0" presId="urn:microsoft.com/office/officeart/2008/layout/LinedList"/>
    <dgm:cxn modelId="{D7CE7492-267F-471E-A237-B319E5C0905B}" type="presParOf" srcId="{E57FC805-F31C-484E-9A43-7156492960D8}" destId="{41491F38-D8DF-44D3-8D20-F424DD627F26}" srcOrd="1" destOrd="0" presId="urn:microsoft.com/office/officeart/2008/layout/LinedList"/>
    <dgm:cxn modelId="{9327AF0D-D968-4957-9B0B-1697982A59CE}" type="presParOf" srcId="{65058964-44F1-4763-ACBA-9B2603442CA0}" destId="{3345243F-93F7-4FD8-9AFF-C513F0069D92}" srcOrd="14" destOrd="0" presId="urn:microsoft.com/office/officeart/2008/layout/LinedList"/>
    <dgm:cxn modelId="{FB773145-94F3-48A9-ACFF-3C2834D99E40}" type="presParOf" srcId="{65058964-44F1-4763-ACBA-9B2603442CA0}" destId="{AAEC2683-6A59-40D9-AA5B-B214BB995AA4}" srcOrd="15" destOrd="0" presId="urn:microsoft.com/office/officeart/2008/layout/LinedList"/>
    <dgm:cxn modelId="{B781CFE4-D248-42FC-8E5A-0752E1AA31A5}" type="presParOf" srcId="{AAEC2683-6A59-40D9-AA5B-B214BB995AA4}" destId="{006C80E8-6166-4FEC-B9C2-5EB0C4D45CE3}" srcOrd="0" destOrd="0" presId="urn:microsoft.com/office/officeart/2008/layout/LinedList"/>
    <dgm:cxn modelId="{A14B0C8B-A3AA-4CFF-A819-500635CCF9A8}" type="presParOf" srcId="{AAEC2683-6A59-40D9-AA5B-B214BB995AA4}" destId="{733823C1-5E8E-4523-9D80-0CB77E642D44}" srcOrd="1" destOrd="0" presId="urn:microsoft.com/office/officeart/2008/layout/LinedList"/>
    <dgm:cxn modelId="{B6EDA1CA-22B1-4CE1-BB13-9AD2C53BFE52}" type="presParOf" srcId="{65058964-44F1-4763-ACBA-9B2603442CA0}" destId="{E6E2D0F0-FC00-4C6D-A0CA-4840687E7507}" srcOrd="16" destOrd="0" presId="urn:microsoft.com/office/officeart/2008/layout/LinedList"/>
    <dgm:cxn modelId="{A7201997-9C38-40DA-A310-329CDD22AA72}" type="presParOf" srcId="{65058964-44F1-4763-ACBA-9B2603442CA0}" destId="{EBD0B0A5-5AAB-47A9-9BB5-972910497151}" srcOrd="17" destOrd="0" presId="urn:microsoft.com/office/officeart/2008/layout/LinedList"/>
    <dgm:cxn modelId="{8CF034D3-471D-4987-A5AF-101EC8126BD2}" type="presParOf" srcId="{EBD0B0A5-5AAB-47A9-9BB5-972910497151}" destId="{EE15C9EB-D1D9-4C1A-96BB-D88D2A79FACC}" srcOrd="0" destOrd="0" presId="urn:microsoft.com/office/officeart/2008/layout/LinedList"/>
    <dgm:cxn modelId="{E5399823-5A95-4A03-A8B8-4A83B658F28F}" type="presParOf" srcId="{EBD0B0A5-5AAB-47A9-9BB5-972910497151}" destId="{57220484-074A-49FD-B4FF-AEC6A4548278}" srcOrd="1" destOrd="0" presId="urn:microsoft.com/office/officeart/2008/layout/LinedList"/>
    <dgm:cxn modelId="{B721AF67-EFFB-49B3-8269-1BDC704F710D}" type="presParOf" srcId="{65058964-44F1-4763-ACBA-9B2603442CA0}" destId="{B7A6C03C-1F1B-446B-947C-2B61E889D1C0}" srcOrd="18" destOrd="0" presId="urn:microsoft.com/office/officeart/2008/layout/LinedList"/>
    <dgm:cxn modelId="{F585B2B3-7C14-42D2-9846-48F51CE59FBE}" type="presParOf" srcId="{65058964-44F1-4763-ACBA-9B2603442CA0}" destId="{5BD74D69-BAA6-4607-A9BE-566012E5761A}" srcOrd="19" destOrd="0" presId="urn:microsoft.com/office/officeart/2008/layout/LinedList"/>
    <dgm:cxn modelId="{52E88C96-08E1-4063-97EB-24684447809B}" type="presParOf" srcId="{5BD74D69-BAA6-4607-A9BE-566012E5761A}" destId="{F9C6ABA8-1110-4DA0-9358-B2D43C03C2DA}" srcOrd="0" destOrd="0" presId="urn:microsoft.com/office/officeart/2008/layout/LinedList"/>
    <dgm:cxn modelId="{20F63674-1318-4112-BDE3-D434BCA8A8DF}" type="presParOf" srcId="{5BD74D69-BAA6-4607-A9BE-566012E5761A}" destId="{0EE71B6B-5A28-4E3E-8CCD-7F9F644A068A}" srcOrd="1" destOrd="0" presId="urn:microsoft.com/office/officeart/2008/layout/LinedList"/>
    <dgm:cxn modelId="{C821EB07-19B3-43C1-97D6-B17F721B2B4B}" type="presParOf" srcId="{65058964-44F1-4763-ACBA-9B2603442CA0}" destId="{62AA251B-BCD9-482F-A6C1-98F40C27FF75}" srcOrd="20" destOrd="0" presId="urn:microsoft.com/office/officeart/2008/layout/LinedList"/>
    <dgm:cxn modelId="{5B6885D3-A889-4911-B08E-3E59479790F0}" type="presParOf" srcId="{65058964-44F1-4763-ACBA-9B2603442CA0}" destId="{7F7E511A-3B93-4621-A934-32D28454A92D}" srcOrd="21" destOrd="0" presId="urn:microsoft.com/office/officeart/2008/layout/LinedList"/>
    <dgm:cxn modelId="{7ACCB840-3312-40F8-8F3E-3170F40024EE}" type="presParOf" srcId="{7F7E511A-3B93-4621-A934-32D28454A92D}" destId="{CAEB527B-AD6C-464D-BF0A-83B450672AF1}" srcOrd="0" destOrd="0" presId="urn:microsoft.com/office/officeart/2008/layout/LinedList"/>
    <dgm:cxn modelId="{503ADDE1-7F0C-410E-93C0-17885F48AB3F}" type="presParOf" srcId="{7F7E511A-3B93-4621-A934-32D28454A92D}" destId="{E1688732-0822-4985-9E16-05EA6FD28BED}" srcOrd="1" destOrd="0" presId="urn:microsoft.com/office/officeart/2008/layout/LinedList"/>
    <dgm:cxn modelId="{B8D3D860-A02D-4B5F-8C2B-491655511957}" type="presParOf" srcId="{65058964-44F1-4763-ACBA-9B2603442CA0}" destId="{6D3E1739-1DA4-4FFB-B005-16C7C528EE59}" srcOrd="22" destOrd="0" presId="urn:microsoft.com/office/officeart/2008/layout/LinedList"/>
    <dgm:cxn modelId="{9F96F6AE-2F26-4654-8A8D-5D77556CDADD}" type="presParOf" srcId="{65058964-44F1-4763-ACBA-9B2603442CA0}" destId="{5F38693E-71B7-491C-B529-E9B7231235C7}" srcOrd="23" destOrd="0" presId="urn:microsoft.com/office/officeart/2008/layout/LinedList"/>
    <dgm:cxn modelId="{33338CBE-57C5-4577-A587-CDE345475ED6}" type="presParOf" srcId="{5F38693E-71B7-491C-B529-E9B7231235C7}" destId="{30D7B2A6-DA89-4E78-8765-1C9041565067}" srcOrd="0" destOrd="0" presId="urn:microsoft.com/office/officeart/2008/layout/LinedList"/>
    <dgm:cxn modelId="{7A144666-D8BE-473B-94C3-F02C050420CC}" type="presParOf" srcId="{5F38693E-71B7-491C-B529-E9B7231235C7}" destId="{F0A2A2AB-613B-4A2D-80A2-3A30BDFCE235}" srcOrd="1" destOrd="0" presId="urn:microsoft.com/office/officeart/2008/layout/LinedList"/>
    <dgm:cxn modelId="{FF3974AD-429D-4624-B89F-C36D674FB33C}" type="presParOf" srcId="{65058964-44F1-4763-ACBA-9B2603442CA0}" destId="{6125C262-2DCC-4346-B357-BAE2D24A14B5}" srcOrd="24" destOrd="0" presId="urn:microsoft.com/office/officeart/2008/layout/LinedList"/>
    <dgm:cxn modelId="{3FA02DC7-5999-494D-B684-6D27809B4C7D}" type="presParOf" srcId="{65058964-44F1-4763-ACBA-9B2603442CA0}" destId="{44C391AC-190E-472F-9872-E9FC1B4493CF}" srcOrd="25" destOrd="0" presId="urn:microsoft.com/office/officeart/2008/layout/LinedList"/>
    <dgm:cxn modelId="{16AB30CE-35BD-4008-8B49-48733BBDA493}" type="presParOf" srcId="{44C391AC-190E-472F-9872-E9FC1B4493CF}" destId="{F456DAC4-B8A6-48FD-99F2-A103EC0B3017}" srcOrd="0" destOrd="0" presId="urn:microsoft.com/office/officeart/2008/layout/LinedList"/>
    <dgm:cxn modelId="{6D8D377C-33D8-4E31-8B60-01259072CE98}" type="presParOf" srcId="{44C391AC-190E-472F-9872-E9FC1B4493CF}" destId="{FE751DD8-6F3F-44D8-97BB-8110E305284B}" srcOrd="1" destOrd="0" presId="urn:microsoft.com/office/officeart/2008/layout/LinedList"/>
    <dgm:cxn modelId="{3C9C4E6A-46F2-47CF-B216-40689098CDF6}" type="presParOf" srcId="{65058964-44F1-4763-ACBA-9B2603442CA0}" destId="{60B832B1-7534-4F1C-A949-089714952E16}" srcOrd="26" destOrd="0" presId="urn:microsoft.com/office/officeart/2008/layout/LinedList"/>
    <dgm:cxn modelId="{F7F0F4B5-D730-427A-A201-DFCC4D17E112}" type="presParOf" srcId="{65058964-44F1-4763-ACBA-9B2603442CA0}" destId="{A0B96E74-5A32-4B01-8133-7E93A8290E02}" srcOrd="27" destOrd="0" presId="urn:microsoft.com/office/officeart/2008/layout/LinedList"/>
    <dgm:cxn modelId="{7C03DB21-AF4A-4F31-A14F-029E23D849DF}" type="presParOf" srcId="{A0B96E74-5A32-4B01-8133-7E93A8290E02}" destId="{49300CB5-2B47-42A8-B83E-2C6B29BCCE97}" srcOrd="0" destOrd="0" presId="urn:microsoft.com/office/officeart/2008/layout/LinedList"/>
    <dgm:cxn modelId="{76774097-6C84-4882-BD11-DB8B61F715EA}" type="presParOf" srcId="{A0B96E74-5A32-4B01-8133-7E93A8290E02}" destId="{C117447E-704C-4CB1-8C97-EFB8FCB9EA1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2733A7-8AB5-4424-8EA3-03825C0958AD}">
      <dsp:nvSpPr>
        <dsp:cNvPr id="0" name=""/>
        <dsp:cNvSpPr/>
      </dsp:nvSpPr>
      <dsp:spPr>
        <a:xfrm>
          <a:off x="0" y="591"/>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ADBEEA8-54A5-48DF-BBB4-641175B74AD6}">
      <dsp:nvSpPr>
        <dsp:cNvPr id="0" name=""/>
        <dsp:cNvSpPr/>
      </dsp:nvSpPr>
      <dsp:spPr>
        <a:xfrm>
          <a:off x="0" y="591"/>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Introduction </a:t>
          </a:r>
        </a:p>
      </dsp:txBody>
      <dsp:txXfrm>
        <a:off x="0" y="591"/>
        <a:ext cx="8757949" cy="345794"/>
      </dsp:txXfrm>
    </dsp:sp>
    <dsp:sp modelId="{841F6AAD-529C-47A0-9058-D2BA0D7D10CC}">
      <dsp:nvSpPr>
        <dsp:cNvPr id="0" name=""/>
        <dsp:cNvSpPr/>
      </dsp:nvSpPr>
      <dsp:spPr>
        <a:xfrm>
          <a:off x="0" y="346385"/>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34B600A-527B-45BE-B3BF-440E861FC3E3}">
      <dsp:nvSpPr>
        <dsp:cNvPr id="0" name=""/>
        <dsp:cNvSpPr/>
      </dsp:nvSpPr>
      <dsp:spPr>
        <a:xfrm>
          <a:off x="0" y="346385"/>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ea typeface="Calibri"/>
              <a:cs typeface="Calibri"/>
            </a:rPr>
            <a:t>Problem Statement</a:t>
          </a:r>
        </a:p>
      </dsp:txBody>
      <dsp:txXfrm>
        <a:off x="0" y="346385"/>
        <a:ext cx="8757949" cy="345794"/>
      </dsp:txXfrm>
    </dsp:sp>
    <dsp:sp modelId="{7D048790-E24C-49DE-999B-48BD173A21E4}">
      <dsp:nvSpPr>
        <dsp:cNvPr id="0" name=""/>
        <dsp:cNvSpPr/>
      </dsp:nvSpPr>
      <dsp:spPr>
        <a:xfrm>
          <a:off x="0" y="692180"/>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5E1DE71-8274-4111-9E19-F591CFB738C7}">
      <dsp:nvSpPr>
        <dsp:cNvPr id="0" name=""/>
        <dsp:cNvSpPr/>
      </dsp:nvSpPr>
      <dsp:spPr>
        <a:xfrm>
          <a:off x="0" y="692180"/>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Research Aim and Objective</a:t>
          </a:r>
        </a:p>
      </dsp:txBody>
      <dsp:txXfrm>
        <a:off x="0" y="692180"/>
        <a:ext cx="8757949" cy="345794"/>
      </dsp:txXfrm>
    </dsp:sp>
    <dsp:sp modelId="{058299D2-D4A5-4F58-8FD6-595A5128EB26}">
      <dsp:nvSpPr>
        <dsp:cNvPr id="0" name=""/>
        <dsp:cNvSpPr/>
      </dsp:nvSpPr>
      <dsp:spPr>
        <a:xfrm>
          <a:off x="0" y="1037974"/>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69F2300-26CE-45E6-AE03-0A6265652755}">
      <dsp:nvSpPr>
        <dsp:cNvPr id="0" name=""/>
        <dsp:cNvSpPr/>
      </dsp:nvSpPr>
      <dsp:spPr>
        <a:xfrm>
          <a:off x="0" y="1037974"/>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ea typeface="Calibri"/>
              <a:cs typeface="Calibri"/>
            </a:rPr>
            <a:t>Research Questions</a:t>
          </a:r>
        </a:p>
      </dsp:txBody>
      <dsp:txXfrm>
        <a:off x="0" y="1037974"/>
        <a:ext cx="8757949" cy="345794"/>
      </dsp:txXfrm>
    </dsp:sp>
    <dsp:sp modelId="{BB975780-443F-4DF9-B291-53C5482E0901}">
      <dsp:nvSpPr>
        <dsp:cNvPr id="0" name=""/>
        <dsp:cNvSpPr/>
      </dsp:nvSpPr>
      <dsp:spPr>
        <a:xfrm>
          <a:off x="0" y="1383769"/>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C3CB91D-6162-46E1-8231-1B7EC1AAA3A5}">
      <dsp:nvSpPr>
        <dsp:cNvPr id="0" name=""/>
        <dsp:cNvSpPr/>
      </dsp:nvSpPr>
      <dsp:spPr>
        <a:xfrm>
          <a:off x="0" y="1383769"/>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ea typeface="Calibri"/>
              <a:cs typeface="Calibri"/>
            </a:rPr>
            <a:t>Literature Review Overview </a:t>
          </a:r>
        </a:p>
      </dsp:txBody>
      <dsp:txXfrm>
        <a:off x="0" y="1383769"/>
        <a:ext cx="8757949" cy="345794"/>
      </dsp:txXfrm>
    </dsp:sp>
    <dsp:sp modelId="{054CD5D0-408A-448F-9D95-858CF0B45C9F}">
      <dsp:nvSpPr>
        <dsp:cNvPr id="0" name=""/>
        <dsp:cNvSpPr/>
      </dsp:nvSpPr>
      <dsp:spPr>
        <a:xfrm>
          <a:off x="0" y="1729564"/>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DD1B8A6-E36A-4FF2-BE1D-D4A2E1FB9E5E}">
      <dsp:nvSpPr>
        <dsp:cNvPr id="0" name=""/>
        <dsp:cNvSpPr/>
      </dsp:nvSpPr>
      <dsp:spPr>
        <a:xfrm>
          <a:off x="0" y="1729564"/>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Data and Methodology</a:t>
          </a:r>
        </a:p>
      </dsp:txBody>
      <dsp:txXfrm>
        <a:off x="0" y="1729564"/>
        <a:ext cx="8757949" cy="345794"/>
      </dsp:txXfrm>
    </dsp:sp>
    <dsp:sp modelId="{BD9C4909-7A7F-4D69-ADA2-9976A66206FA}">
      <dsp:nvSpPr>
        <dsp:cNvPr id="0" name=""/>
        <dsp:cNvSpPr/>
      </dsp:nvSpPr>
      <dsp:spPr>
        <a:xfrm>
          <a:off x="0" y="2075358"/>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6A3925B-9E52-4B98-B7CD-443B6B0D93CC}">
      <dsp:nvSpPr>
        <dsp:cNvPr id="0" name=""/>
        <dsp:cNvSpPr/>
      </dsp:nvSpPr>
      <dsp:spPr>
        <a:xfrm>
          <a:off x="0" y="2075358"/>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Feature Selection Methods</a:t>
          </a:r>
        </a:p>
      </dsp:txBody>
      <dsp:txXfrm>
        <a:off x="0" y="2075358"/>
        <a:ext cx="8757949" cy="345794"/>
      </dsp:txXfrm>
    </dsp:sp>
    <dsp:sp modelId="{3345243F-93F7-4FD8-9AFF-C513F0069D92}">
      <dsp:nvSpPr>
        <dsp:cNvPr id="0" name=""/>
        <dsp:cNvSpPr/>
      </dsp:nvSpPr>
      <dsp:spPr>
        <a:xfrm>
          <a:off x="0" y="2421153"/>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06C80E8-6166-4FEC-B9C2-5EB0C4D45CE3}">
      <dsp:nvSpPr>
        <dsp:cNvPr id="0" name=""/>
        <dsp:cNvSpPr/>
      </dsp:nvSpPr>
      <dsp:spPr>
        <a:xfrm>
          <a:off x="0" y="2421153"/>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Models Used</a:t>
          </a:r>
        </a:p>
      </dsp:txBody>
      <dsp:txXfrm>
        <a:off x="0" y="2421153"/>
        <a:ext cx="8757949" cy="345794"/>
      </dsp:txXfrm>
    </dsp:sp>
    <dsp:sp modelId="{E6E2D0F0-FC00-4C6D-A0CA-4840687E7507}">
      <dsp:nvSpPr>
        <dsp:cNvPr id="0" name=""/>
        <dsp:cNvSpPr/>
      </dsp:nvSpPr>
      <dsp:spPr>
        <a:xfrm>
          <a:off x="0" y="2766948"/>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E15C9EB-D1D9-4C1A-96BB-D88D2A79FACC}">
      <dsp:nvSpPr>
        <dsp:cNvPr id="0" name=""/>
        <dsp:cNvSpPr/>
      </dsp:nvSpPr>
      <dsp:spPr>
        <a:xfrm>
          <a:off x="0" y="2766948"/>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Model Performance on Raw Data</a:t>
          </a:r>
        </a:p>
      </dsp:txBody>
      <dsp:txXfrm>
        <a:off x="0" y="2766948"/>
        <a:ext cx="8757949" cy="345794"/>
      </dsp:txXfrm>
    </dsp:sp>
    <dsp:sp modelId="{B7A6C03C-1F1B-446B-947C-2B61E889D1C0}">
      <dsp:nvSpPr>
        <dsp:cNvPr id="0" name=""/>
        <dsp:cNvSpPr/>
      </dsp:nvSpPr>
      <dsp:spPr>
        <a:xfrm>
          <a:off x="0" y="3112742"/>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9C6ABA8-1110-4DA0-9358-B2D43C03C2DA}">
      <dsp:nvSpPr>
        <dsp:cNvPr id="0" name=""/>
        <dsp:cNvSpPr/>
      </dsp:nvSpPr>
      <dsp:spPr>
        <a:xfrm>
          <a:off x="0" y="3112742"/>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Model Performance on Balanced Data (SMOTE)</a:t>
          </a:r>
        </a:p>
      </dsp:txBody>
      <dsp:txXfrm>
        <a:off x="0" y="3112742"/>
        <a:ext cx="8757949" cy="345794"/>
      </dsp:txXfrm>
    </dsp:sp>
    <dsp:sp modelId="{62AA251B-BCD9-482F-A6C1-98F40C27FF75}">
      <dsp:nvSpPr>
        <dsp:cNvPr id="0" name=""/>
        <dsp:cNvSpPr/>
      </dsp:nvSpPr>
      <dsp:spPr>
        <a:xfrm>
          <a:off x="0" y="3458537"/>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AEB527B-AD6C-464D-BF0A-83B450672AF1}">
      <dsp:nvSpPr>
        <dsp:cNvPr id="0" name=""/>
        <dsp:cNvSpPr/>
      </dsp:nvSpPr>
      <dsp:spPr>
        <a:xfrm>
          <a:off x="0" y="3458537"/>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Model Performance on Feature Selection + SMOTE Data</a:t>
          </a:r>
        </a:p>
      </dsp:txBody>
      <dsp:txXfrm>
        <a:off x="0" y="3458537"/>
        <a:ext cx="8757949" cy="345794"/>
      </dsp:txXfrm>
    </dsp:sp>
    <dsp:sp modelId="{6D3E1739-1DA4-4FFB-B005-16C7C528EE59}">
      <dsp:nvSpPr>
        <dsp:cNvPr id="0" name=""/>
        <dsp:cNvSpPr/>
      </dsp:nvSpPr>
      <dsp:spPr>
        <a:xfrm>
          <a:off x="0" y="3804332"/>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0D7B2A6-DA89-4E78-8765-1C9041565067}">
      <dsp:nvSpPr>
        <dsp:cNvPr id="0" name=""/>
        <dsp:cNvSpPr/>
      </dsp:nvSpPr>
      <dsp:spPr>
        <a:xfrm>
          <a:off x="0" y="3804332"/>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Model Optimization</a:t>
          </a:r>
        </a:p>
      </dsp:txBody>
      <dsp:txXfrm>
        <a:off x="0" y="3804332"/>
        <a:ext cx="8757949" cy="345794"/>
      </dsp:txXfrm>
    </dsp:sp>
    <dsp:sp modelId="{6125C262-2DCC-4346-B357-BAE2D24A14B5}">
      <dsp:nvSpPr>
        <dsp:cNvPr id="0" name=""/>
        <dsp:cNvSpPr/>
      </dsp:nvSpPr>
      <dsp:spPr>
        <a:xfrm>
          <a:off x="0" y="4150126"/>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456DAC4-B8A6-48FD-99F2-A103EC0B3017}">
      <dsp:nvSpPr>
        <dsp:cNvPr id="0" name=""/>
        <dsp:cNvSpPr/>
      </dsp:nvSpPr>
      <dsp:spPr>
        <a:xfrm>
          <a:off x="0" y="4150126"/>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ea typeface="Calibri"/>
              <a:cs typeface="Calibri"/>
            </a:rPr>
            <a:t>Conclusion</a:t>
          </a:r>
        </a:p>
      </dsp:txBody>
      <dsp:txXfrm>
        <a:off x="0" y="4150126"/>
        <a:ext cx="8757949" cy="345794"/>
      </dsp:txXfrm>
    </dsp:sp>
    <dsp:sp modelId="{60B832B1-7534-4F1C-A949-089714952E16}">
      <dsp:nvSpPr>
        <dsp:cNvPr id="0" name=""/>
        <dsp:cNvSpPr/>
      </dsp:nvSpPr>
      <dsp:spPr>
        <a:xfrm>
          <a:off x="0" y="4495921"/>
          <a:ext cx="8757949" cy="0"/>
        </a:xfrm>
        <a:prstGeom prst="line">
          <a:avLst/>
        </a:prstGeom>
        <a:gradFill rotWithShape="0">
          <a:gsLst>
            <a:gs pos="0">
              <a:schemeClr val="accent6">
                <a:hueOff val="0"/>
                <a:satOff val="0"/>
                <a:lumOff val="0"/>
                <a:alphaOff val="0"/>
                <a:tint val="96000"/>
                <a:lumMod val="100000"/>
              </a:schemeClr>
            </a:gs>
            <a:gs pos="78000">
              <a:schemeClr val="accent6">
                <a:hueOff val="0"/>
                <a:satOff val="0"/>
                <a:lumOff val="0"/>
                <a:alphaOff val="0"/>
                <a:shade val="94000"/>
                <a:lumMod val="94000"/>
              </a:schemeClr>
            </a:gs>
          </a:gsLst>
          <a:lin ang="5400000" scaled="0"/>
        </a:gradFill>
        <a:ln w="12700" cap="rnd" cmpd="sng" algn="ctr">
          <a:solidFill>
            <a:schemeClr val="accent6">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9300CB5-2B47-42A8-B83E-2C6B29BCCE97}">
      <dsp:nvSpPr>
        <dsp:cNvPr id="0" name=""/>
        <dsp:cNvSpPr/>
      </dsp:nvSpPr>
      <dsp:spPr>
        <a:xfrm>
          <a:off x="0" y="4495921"/>
          <a:ext cx="8757949" cy="345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rtl="0">
            <a:lnSpc>
              <a:spcPct val="90000"/>
            </a:lnSpc>
            <a:spcBef>
              <a:spcPct val="0"/>
            </a:spcBef>
            <a:spcAft>
              <a:spcPct val="35000"/>
            </a:spcAft>
            <a:buNone/>
          </a:pPr>
          <a:r>
            <a:rPr lang="en-US" sz="1600" b="1" kern="1200" dirty="0">
              <a:latin typeface="Calibri"/>
              <a:ea typeface="Calibri"/>
              <a:cs typeface="Calibri"/>
            </a:rPr>
            <a:t>Future Work</a:t>
          </a:r>
        </a:p>
      </dsp:txBody>
      <dsp:txXfrm>
        <a:off x="0" y="4495921"/>
        <a:ext cx="8757949" cy="34579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7625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72855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8046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9/9/2024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3412694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90542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3497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15203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1548264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083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0870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21224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91913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37316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5891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777534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07065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9/9/2024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95277575"/>
      </p:ext>
    </p:extLst>
  </p:cSld>
  <p:clrMap bg1="dk1" tx1="lt1" bg2="dk2" tx2="lt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0" r:id="rId6"/>
    <p:sldLayoutId id="2147484101" r:id="rId7"/>
    <p:sldLayoutId id="2147484102" r:id="rId8"/>
    <p:sldLayoutId id="2147484103" r:id="rId9"/>
    <p:sldLayoutId id="2147484104" r:id="rId10"/>
    <p:sldLayoutId id="2147484105" r:id="rId11"/>
    <p:sldLayoutId id="2147484106" r:id="rId12"/>
    <p:sldLayoutId id="2147484107" r:id="rId13"/>
    <p:sldLayoutId id="2147484108" r:id="rId14"/>
    <p:sldLayoutId id="2147484109" r:id="rId15"/>
    <p:sldLayoutId id="21474841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1"/>
              </a:ext>
            </a:extLst>
          </p:cNvPr>
          <p:cNvSpPr>
            <a:spLocks noGrp="1"/>
          </p:cNvSpPr>
          <p:nvPr>
            <p:ph type="ctrTitle"/>
          </p:nvPr>
        </p:nvSpPr>
        <p:spPr>
          <a:xfrm>
            <a:off x="765662" y="427453"/>
            <a:ext cx="8508341" cy="3015843"/>
          </a:xfrm>
        </p:spPr>
        <p:txBody>
          <a:bodyPr>
            <a:normAutofit/>
          </a:bodyPr>
          <a:lstStyle/>
          <a:p>
            <a:pPr algn="ctr"/>
            <a:r>
              <a:rPr lang="en-US" sz="4000" b="1" dirty="0">
                <a:latin typeface="Calibri"/>
                <a:ea typeface="+mj-lt"/>
                <a:cs typeface="+mj-lt"/>
              </a:rPr>
              <a:t>Comparative Analysis of Advanced Machine Learning Models for Predicting Fetal Health Outcomes Using Cardiotocographic Data</a:t>
            </a:r>
            <a:endParaRPr lang="en-US" sz="4000" b="1">
              <a:latin typeface="Calibri"/>
            </a:endParaRPr>
          </a:p>
        </p:txBody>
      </p:sp>
      <p:sp>
        <p:nvSpPr>
          <p:cNvPr id="3" name="Subtitle 2"/>
          <p:cNvSpPr>
            <a:spLocks noGrp="1"/>
          </p:cNvSpPr>
          <p:nvPr>
            <p:ph type="subTitle" idx="1"/>
          </p:nvPr>
        </p:nvSpPr>
        <p:spPr>
          <a:xfrm>
            <a:off x="1507067" y="4050833"/>
            <a:ext cx="7766936" cy="2384060"/>
          </a:xfrm>
        </p:spPr>
        <p:txBody>
          <a:bodyPr vert="horz" lIns="91440" tIns="45720" rIns="91440" bIns="45720" rtlCol="0" anchor="t">
            <a:noAutofit/>
          </a:bodyPr>
          <a:lstStyle/>
          <a:p>
            <a:pPr algn="ctr"/>
            <a:r>
              <a:rPr lang="en-US" sz="2000" b="1" dirty="0">
                <a:latin typeface="Calibri"/>
                <a:ea typeface="+mn-lt"/>
                <a:cs typeface="+mn-lt"/>
              </a:rPr>
              <a:t>Presenter: Sam Moses Ignatius Sathish Kumar (P2824256)</a:t>
            </a:r>
            <a:endParaRPr lang="en-US" sz="2000" b="1" dirty="0">
              <a:latin typeface="Calibri"/>
              <a:ea typeface="Calibri"/>
              <a:cs typeface="Calibri"/>
            </a:endParaRPr>
          </a:p>
          <a:p>
            <a:pPr algn="ctr"/>
            <a:r>
              <a:rPr lang="en-US" sz="2000" b="1" dirty="0">
                <a:solidFill>
                  <a:schemeClr val="tx1"/>
                </a:solidFill>
                <a:latin typeface="Calibri"/>
                <a:ea typeface="Calibri"/>
                <a:cs typeface="Calibri"/>
              </a:rPr>
              <a:t>Module: CSIP5501 2023 615 Project</a:t>
            </a:r>
            <a:endParaRPr lang="en-US" b="1">
              <a:solidFill>
                <a:schemeClr val="tx1"/>
              </a:solidFill>
              <a:latin typeface="Calibri"/>
              <a:ea typeface="Calibri"/>
              <a:cs typeface="Calibri"/>
            </a:endParaRPr>
          </a:p>
          <a:p>
            <a:pPr algn="ctr"/>
            <a:r>
              <a:rPr lang="en-US" sz="2000" b="1" dirty="0">
                <a:latin typeface="Calibri"/>
                <a:ea typeface="+mn-lt"/>
                <a:cs typeface="+mn-lt"/>
              </a:rPr>
              <a:t>Course: MSc Data Analytics</a:t>
            </a:r>
            <a:endParaRPr lang="en-US" sz="2000" b="1" dirty="0">
              <a:latin typeface="Calibri"/>
              <a:ea typeface="Calibri"/>
              <a:cs typeface="Calibri"/>
            </a:endParaRPr>
          </a:p>
          <a:p>
            <a:pPr algn="ctr"/>
            <a:r>
              <a:rPr lang="en-US" sz="2000" b="1" dirty="0">
                <a:latin typeface="Calibri"/>
                <a:ea typeface="+mn-lt"/>
                <a:cs typeface="+mn-lt"/>
              </a:rPr>
              <a:t>University: De Montfort University, Leicester, UK</a:t>
            </a:r>
            <a:endParaRPr lang="en-US" sz="2000" b="1" dirty="0">
              <a:latin typeface="Calibri"/>
              <a:ea typeface="Calibri"/>
              <a:cs typeface="Calibri"/>
            </a:endParaRPr>
          </a:p>
          <a:p>
            <a:pPr algn="ctr"/>
            <a:r>
              <a:rPr lang="en-US" sz="2000" b="1" dirty="0">
                <a:latin typeface="Calibri"/>
                <a:ea typeface="Calibri"/>
                <a:cs typeface="Calibri"/>
              </a:rPr>
              <a:t>Supervisor: </a:t>
            </a:r>
            <a:r>
              <a:rPr lang="en-US" sz="2000" b="1" err="1">
                <a:latin typeface="Calibri"/>
                <a:ea typeface="Calibri"/>
                <a:cs typeface="Calibri"/>
              </a:rPr>
              <a:t>Amudhavel</a:t>
            </a:r>
            <a:r>
              <a:rPr lang="en-US" sz="2000" b="1" dirty="0">
                <a:latin typeface="Calibri"/>
                <a:ea typeface="Calibri"/>
                <a:cs typeface="Calibri"/>
              </a:rPr>
              <a:t> Jayavel</a:t>
            </a:r>
            <a:endParaRPr lang="en-US" sz="2000" b="1">
              <a:latin typeface="Calibri"/>
              <a:ea typeface="Calibri"/>
              <a:cs typeface="Calibri"/>
            </a:endParaRPr>
          </a:p>
          <a:p>
            <a:pPr algn="ctr"/>
            <a:endParaRPr lang="en-US" sz="2000" b="1" dirty="0">
              <a:latin typeface="Calibri"/>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872DA-7B3D-3190-3CE3-95B54EA7B264}"/>
              </a:ext>
            </a:extLst>
          </p:cNvPr>
          <p:cNvSpPr>
            <a:spLocks noGrp="1"/>
          </p:cNvSpPr>
          <p:nvPr>
            <p:ph type="title"/>
          </p:nvPr>
        </p:nvSpPr>
        <p:spPr>
          <a:xfrm>
            <a:off x="677334" y="609600"/>
            <a:ext cx="8596668" cy="1320800"/>
          </a:xfrm>
        </p:spPr>
        <p:txBody>
          <a:bodyPr>
            <a:normAutofit/>
          </a:bodyPr>
          <a:lstStyle/>
          <a:p>
            <a:r>
              <a:rPr lang="en-US" dirty="0"/>
              <a:t>Contents</a:t>
            </a:r>
          </a:p>
        </p:txBody>
      </p:sp>
      <p:graphicFrame>
        <p:nvGraphicFramePr>
          <p:cNvPr id="15" name="Content Placeholder 2">
            <a:extLst>
              <a:ext uri="{FF2B5EF4-FFF2-40B4-BE49-F238E27FC236}">
                <a16:creationId xmlns:a16="http://schemas.microsoft.com/office/drawing/2014/main" id="{DE1B74B5-8ADA-F6BC-DD35-3FD37B908C18}"/>
              </a:ext>
            </a:extLst>
          </p:cNvPr>
          <p:cNvGraphicFramePr>
            <a:graphicFrameLocks noGrp="1"/>
          </p:cNvGraphicFramePr>
          <p:nvPr>
            <p:ph idx="1"/>
            <p:extLst>
              <p:ext uri="{D42A27DB-BD31-4B8C-83A1-F6EECF244321}">
                <p14:modId xmlns:p14="http://schemas.microsoft.com/office/powerpoint/2010/main" val="2230649854"/>
              </p:ext>
            </p:extLst>
          </p:nvPr>
        </p:nvGraphicFramePr>
        <p:xfrm>
          <a:off x="677863" y="1710315"/>
          <a:ext cx="8757949" cy="4842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2584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B4BB-4F27-6703-1C4C-FEBC5A122C5A}"/>
              </a:ext>
            </a:extLst>
          </p:cNvPr>
          <p:cNvSpPr>
            <a:spLocks noGrp="1"/>
          </p:cNvSpPr>
          <p:nvPr>
            <p:ph type="title"/>
          </p:nvPr>
        </p:nvSpPr>
        <p:spPr>
          <a:xfrm>
            <a:off x="677334" y="609600"/>
            <a:ext cx="8596668" cy="812799"/>
          </a:xfrm>
        </p:spPr>
        <p:txBody>
          <a:bodyPr>
            <a:normAutofit/>
          </a:bodyPr>
          <a:lstStyle/>
          <a:p>
            <a:r>
              <a:rPr lang="en-US" b="1" dirty="0">
                <a:solidFill>
                  <a:srgbClr val="90C226"/>
                </a:solidFill>
                <a:latin typeface="Calibri"/>
                <a:ea typeface="Calibri"/>
                <a:cs typeface="Calibri"/>
              </a:rPr>
              <a:t>Introduction </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247C82E0-F1D6-1BE9-21BC-3A56CD782BF2}"/>
              </a:ext>
            </a:extLst>
          </p:cNvPr>
          <p:cNvSpPr>
            <a:spLocks noGrp="1"/>
          </p:cNvSpPr>
          <p:nvPr>
            <p:ph idx="1"/>
          </p:nvPr>
        </p:nvSpPr>
        <p:spPr>
          <a:xfrm>
            <a:off x="677334" y="1739594"/>
            <a:ext cx="8596668" cy="3860029"/>
          </a:xfrm>
        </p:spPr>
        <p:txBody>
          <a:bodyPr vert="horz" lIns="91440" tIns="45720" rIns="91440" bIns="45720" rtlCol="0" anchor="t">
            <a:noAutofit/>
          </a:bodyPr>
          <a:lstStyle/>
          <a:p>
            <a:r>
              <a:rPr lang="en-US" sz="2000" b="1" dirty="0">
                <a:solidFill>
                  <a:srgbClr val="FFFFFF"/>
                </a:solidFill>
                <a:latin typeface="Calibri"/>
                <a:ea typeface="+mn-lt"/>
                <a:cs typeface="+mn-lt"/>
              </a:rPr>
              <a:t>The monitoring of fetal health is essential in reducing infant and maternal mortality rates. Traditionally, this has been done using cardiotocography, a non-invasive method that tracks fetal heart rate and uterine contractions. However, the manual interpretation of CTG data is prone to human error and variability. In this research, I used advanced machine learning models to automate this process, improving the accuracy and reliability of fetal health predictions. The main aim of this study was to build and evaluate models that can accurately classify fetal health outcomes and assist clinicians in making better-informed decisions.</a:t>
            </a:r>
            <a:endParaRPr lang="en-US" sz="2000" b="1">
              <a:latin typeface="Calibri"/>
              <a:ea typeface="+mn-lt"/>
              <a:cs typeface="+mn-lt"/>
            </a:endParaRPr>
          </a:p>
        </p:txBody>
      </p:sp>
    </p:spTree>
    <p:extLst>
      <p:ext uri="{BB962C8B-B14F-4D97-AF65-F5344CB8AC3E}">
        <p14:creationId xmlns:p14="http://schemas.microsoft.com/office/powerpoint/2010/main" val="3710340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2AE9-0043-0872-45CA-5E1ACF07EC64}"/>
              </a:ext>
            </a:extLst>
          </p:cNvPr>
          <p:cNvSpPr>
            <a:spLocks noGrp="1"/>
          </p:cNvSpPr>
          <p:nvPr>
            <p:ph type="title"/>
          </p:nvPr>
        </p:nvSpPr>
        <p:spPr/>
        <p:txBody>
          <a:bodyPr/>
          <a:lstStyle/>
          <a:p>
            <a:r>
              <a:rPr lang="en-US" b="1" dirty="0">
                <a:solidFill>
                  <a:srgbClr val="90C226"/>
                </a:solidFill>
                <a:latin typeface="Calibri"/>
                <a:ea typeface="Calibri"/>
                <a:cs typeface="Calibri"/>
              </a:rPr>
              <a:t>Problem Statement</a:t>
            </a:r>
          </a:p>
          <a:p>
            <a:endParaRPr lang="en-US" b="1" dirty="0">
              <a:latin typeface="Calibri"/>
              <a:ea typeface="Calibri"/>
              <a:cs typeface="Calibri"/>
            </a:endParaRPr>
          </a:p>
        </p:txBody>
      </p:sp>
      <p:sp>
        <p:nvSpPr>
          <p:cNvPr id="3" name="Content Placeholder 2">
            <a:extLst>
              <a:ext uri="{FF2B5EF4-FFF2-40B4-BE49-F238E27FC236}">
                <a16:creationId xmlns:a16="http://schemas.microsoft.com/office/drawing/2014/main" id="{8A1A30FE-FD89-7D4C-DA7D-78712C4BA0FD}"/>
              </a:ext>
            </a:extLst>
          </p:cNvPr>
          <p:cNvSpPr>
            <a:spLocks noGrp="1"/>
          </p:cNvSpPr>
          <p:nvPr>
            <p:ph idx="1"/>
          </p:nvPr>
        </p:nvSpPr>
        <p:spPr>
          <a:xfrm>
            <a:off x="677334" y="1709601"/>
            <a:ext cx="8596668" cy="3514544"/>
          </a:xfrm>
        </p:spPr>
        <p:txBody>
          <a:bodyPr vert="horz" lIns="91440" tIns="45720" rIns="91440" bIns="45720" rtlCol="0" anchor="t">
            <a:normAutofit/>
          </a:bodyPr>
          <a:lstStyle/>
          <a:p>
            <a:r>
              <a:rPr lang="en-US" sz="2000" b="1" dirty="0">
                <a:latin typeface="Calibri"/>
                <a:ea typeface="+mn-lt"/>
                <a:cs typeface="+mn-lt"/>
              </a:rPr>
              <a:t>One of the major challenges with CTG interpretation is its reliance on human analysis, which can be inconsistent and subjective. There is also a significant issue with the imbalance in the data, as the majority of the cases are normal, making it harder for models to identify pathological or suspect cases. This research addresses these challenges by applying machine learning techniques to automate the analysis of CTG data, with a focus on handling class imbalances and improving feature extraction. By doing so, the models are better equipped to identify at-risk cases, providing more reliable predictions for fetal health.</a:t>
            </a:r>
          </a:p>
        </p:txBody>
      </p:sp>
    </p:spTree>
    <p:extLst>
      <p:ext uri="{BB962C8B-B14F-4D97-AF65-F5344CB8AC3E}">
        <p14:creationId xmlns:p14="http://schemas.microsoft.com/office/powerpoint/2010/main" val="122489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CF32D-CA7E-471C-9F6B-C68CBE1E19F8}"/>
              </a:ext>
            </a:extLst>
          </p:cNvPr>
          <p:cNvSpPr>
            <a:spLocks noGrp="1"/>
          </p:cNvSpPr>
          <p:nvPr>
            <p:ph type="title"/>
          </p:nvPr>
        </p:nvSpPr>
        <p:spPr/>
        <p:txBody>
          <a:bodyPr/>
          <a:lstStyle/>
          <a:p>
            <a:r>
              <a:rPr lang="en-US" b="1" dirty="0">
                <a:latin typeface="Calibri"/>
                <a:ea typeface="+mj-lt"/>
                <a:cs typeface="+mj-lt"/>
              </a:rPr>
              <a:t>Research Aim and Objectives</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990B680F-37E2-7629-79BC-A189516794AB}"/>
              </a:ext>
            </a:extLst>
          </p:cNvPr>
          <p:cNvSpPr>
            <a:spLocks noGrp="1"/>
          </p:cNvSpPr>
          <p:nvPr>
            <p:ph idx="1"/>
          </p:nvPr>
        </p:nvSpPr>
        <p:spPr>
          <a:xfrm>
            <a:off x="677334" y="1939720"/>
            <a:ext cx="8596668" cy="4101642"/>
          </a:xfrm>
        </p:spPr>
        <p:txBody>
          <a:bodyPr vert="horz" lIns="91440" tIns="45720" rIns="91440" bIns="45720" rtlCol="0" anchor="t">
            <a:normAutofit/>
          </a:bodyPr>
          <a:lstStyle/>
          <a:p>
            <a:r>
              <a:rPr lang="en-US" sz="2000" b="1" dirty="0">
                <a:latin typeface="Calibri"/>
                <a:ea typeface="+mn-lt"/>
                <a:cs typeface="+mn-lt"/>
              </a:rPr>
              <a:t>The aim of this study was to develop and compare several machine learning models to predict fetal health outcomes using CTG data. First, we developed models like Logistic Regression, K-Nearest Neighbors, Decision Trees, Random Forest, </a:t>
            </a:r>
            <a:r>
              <a:rPr lang="en-US" sz="2000" b="1" dirty="0" err="1">
                <a:latin typeface="Calibri"/>
                <a:ea typeface="+mn-lt"/>
                <a:cs typeface="+mn-lt"/>
              </a:rPr>
              <a:t>XGBoost</a:t>
            </a:r>
            <a:r>
              <a:rPr lang="en-US" sz="2000" b="1" dirty="0">
                <a:latin typeface="Calibri"/>
                <a:ea typeface="+mn-lt"/>
                <a:cs typeface="+mn-lt"/>
              </a:rPr>
              <a:t>, and SVM. These models were initially trained on raw, unprocessed data. We then addressed the class imbalance issue using SMOTE and scaled the data using the Min-Max scaling method. Following this, we employed several feature selection techniques to refine the models further. Finally, we optimized the best-performing models through hyperparameter tuning to ensure their accuracy, robustness, and clinical usability.</a:t>
            </a:r>
            <a:endParaRPr lang="en-US" sz="2000" b="1">
              <a:latin typeface="Calibri"/>
              <a:ea typeface="Calibri"/>
              <a:cs typeface="Calibri"/>
            </a:endParaRPr>
          </a:p>
        </p:txBody>
      </p:sp>
    </p:spTree>
    <p:extLst>
      <p:ext uri="{BB962C8B-B14F-4D97-AF65-F5344CB8AC3E}">
        <p14:creationId xmlns:p14="http://schemas.microsoft.com/office/powerpoint/2010/main" val="354413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12F7-633A-C941-3B77-5F33B55155F6}"/>
              </a:ext>
            </a:extLst>
          </p:cNvPr>
          <p:cNvSpPr>
            <a:spLocks noGrp="1"/>
          </p:cNvSpPr>
          <p:nvPr>
            <p:ph type="title"/>
          </p:nvPr>
        </p:nvSpPr>
        <p:spPr/>
        <p:txBody>
          <a:bodyPr>
            <a:normAutofit/>
          </a:bodyPr>
          <a:lstStyle/>
          <a:p>
            <a:r>
              <a:rPr lang="en-US" b="1" dirty="0">
                <a:solidFill>
                  <a:srgbClr val="90C226"/>
                </a:solidFill>
                <a:latin typeface="Calibri"/>
                <a:ea typeface="Calibri"/>
                <a:cs typeface="Calibri"/>
              </a:rPr>
              <a:t>Reasearch Questions</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FC2662A4-4C26-4B2E-627A-FA336AEDE58E}"/>
              </a:ext>
            </a:extLst>
          </p:cNvPr>
          <p:cNvSpPr>
            <a:spLocks noGrp="1"/>
          </p:cNvSpPr>
          <p:nvPr>
            <p:ph idx="1"/>
          </p:nvPr>
        </p:nvSpPr>
        <p:spPr>
          <a:xfrm>
            <a:off x="677334" y="1708254"/>
            <a:ext cx="9380754" cy="3957631"/>
          </a:xfrm>
        </p:spPr>
        <p:txBody>
          <a:bodyPr vert="horz" lIns="91440" tIns="45720" rIns="91440" bIns="45720" rtlCol="0" anchor="t">
            <a:noAutofit/>
          </a:bodyPr>
          <a:lstStyle/>
          <a:p>
            <a:pPr marL="285750" indent="-285750">
              <a:buFont typeface="Wingdings" charset="2"/>
              <a:buChar char="Ø"/>
            </a:pPr>
            <a:r>
              <a:rPr lang="en-US" b="1" dirty="0">
                <a:latin typeface="Calibri"/>
                <a:ea typeface="+mn-lt"/>
                <a:cs typeface="+mn-lt"/>
              </a:rPr>
              <a:t>A comparative analysis of machine learning models for predicting fetal health outcomes:</a:t>
            </a:r>
            <a:r>
              <a:rPr lang="en-US" b="1" dirty="0">
                <a:solidFill>
                  <a:schemeClr val="accent1"/>
                </a:solidFill>
                <a:latin typeface="Calibri"/>
                <a:ea typeface="+mn-lt"/>
                <a:cs typeface="+mn-lt"/>
              </a:rPr>
              <a:t> Research Question:</a:t>
            </a:r>
            <a:r>
              <a:rPr lang="en-US" b="1" dirty="0">
                <a:latin typeface="Calibri"/>
                <a:ea typeface="+mn-lt"/>
                <a:cs typeface="+mn-lt"/>
              </a:rPr>
              <a:t> Which machine learning algorithms provide the highest accuracy and reliability for classifying fetal health statuses using CTG data, particularly in the presence of imbalanced data ?</a:t>
            </a:r>
            <a:endParaRPr lang="en-US" b="1" dirty="0">
              <a:latin typeface="Calibri"/>
              <a:ea typeface="Calibri"/>
              <a:cs typeface="Calibri"/>
            </a:endParaRPr>
          </a:p>
          <a:p>
            <a:pPr marL="285750" indent="-285750">
              <a:buFont typeface="Wingdings" charset="2"/>
              <a:buChar char="Ø"/>
            </a:pPr>
            <a:r>
              <a:rPr lang="en-US" b="1" dirty="0">
                <a:solidFill>
                  <a:srgbClr val="FFFFFF"/>
                </a:solidFill>
                <a:latin typeface="Calibri"/>
                <a:ea typeface="Calibri"/>
                <a:cs typeface="Calibri"/>
              </a:rPr>
              <a:t>Addressing Class Imbalance in Predictive Modelling of Fetal Health Outcomes:</a:t>
            </a:r>
            <a:r>
              <a:rPr lang="en-US" b="1" dirty="0">
                <a:solidFill>
                  <a:schemeClr val="accent1"/>
                </a:solidFill>
                <a:latin typeface="Calibri"/>
                <a:ea typeface="+mn-lt"/>
                <a:cs typeface="+mn-lt"/>
              </a:rPr>
              <a:t>    Research Question:</a:t>
            </a:r>
            <a:r>
              <a:rPr lang="en-US" b="1" dirty="0">
                <a:latin typeface="Calibri"/>
                <a:ea typeface="+mn-lt"/>
                <a:cs typeface="+mn-lt"/>
              </a:rPr>
              <a:t> </a:t>
            </a:r>
            <a:r>
              <a:rPr lang="en-US" b="1" dirty="0">
                <a:latin typeface="Calibri"/>
                <a:ea typeface="Calibri"/>
                <a:cs typeface="Calibri"/>
              </a:rPr>
              <a:t>How effective is the Synthetic Minority Over-sampling Technique (SMOTE) in addressing class imbalance in Cardiotocographic (CTG) data and how does this technique affect the accuracy and reliability of machine learning models for predicting fetal health outcomes ?</a:t>
            </a:r>
          </a:p>
          <a:p>
            <a:pPr marL="285750" indent="-285750">
              <a:buFont typeface="Wingdings" charset="2"/>
              <a:buChar char="Ø"/>
            </a:pPr>
            <a:r>
              <a:rPr lang="en-US" b="1" dirty="0">
                <a:latin typeface="Calibri"/>
                <a:ea typeface="+mn-lt"/>
                <a:cs typeface="+mn-lt"/>
              </a:rPr>
              <a:t>Feature Selection's Impact on Model Performance in Fetal Health Prediction:</a:t>
            </a:r>
            <a:r>
              <a:rPr lang="en-US" b="1" dirty="0">
                <a:solidFill>
                  <a:schemeClr val="accent1"/>
                </a:solidFill>
                <a:latin typeface="Calibri"/>
                <a:ea typeface="+mn-lt"/>
                <a:cs typeface="+mn-lt"/>
              </a:rPr>
              <a:t>    Research Question: </a:t>
            </a:r>
            <a:r>
              <a:rPr lang="en-US" b="1" dirty="0">
                <a:latin typeface="Calibri"/>
                <a:ea typeface="+mn-lt"/>
                <a:cs typeface="+mn-lt"/>
              </a:rPr>
              <a:t>How can advanced feature selection methods be used to find the most important CTG features, improving the predictive accuracy and reliability of machine learning models for fetal health classification ?</a:t>
            </a:r>
            <a:endParaRPr lang="en-US" b="1" dirty="0">
              <a:latin typeface="Calibri"/>
              <a:ea typeface="Calibri"/>
              <a:cs typeface="Calibri"/>
            </a:endParaRPr>
          </a:p>
          <a:p>
            <a:pPr>
              <a:buFont typeface="Wingdings" charset="2"/>
              <a:buChar char="Ø"/>
            </a:pPr>
            <a:endParaRPr lang="en-US" b="1" dirty="0">
              <a:latin typeface="Calibri"/>
              <a:ea typeface="Calibri"/>
              <a:cs typeface="Calibri"/>
            </a:endParaRPr>
          </a:p>
        </p:txBody>
      </p:sp>
    </p:spTree>
    <p:extLst>
      <p:ext uri="{BB962C8B-B14F-4D97-AF65-F5344CB8AC3E}">
        <p14:creationId xmlns:p14="http://schemas.microsoft.com/office/powerpoint/2010/main" val="1000134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D0A0C-F6B8-7E74-9386-610610B54B93}"/>
              </a:ext>
            </a:extLst>
          </p:cNvPr>
          <p:cNvSpPr>
            <a:spLocks noGrp="1"/>
          </p:cNvSpPr>
          <p:nvPr>
            <p:ph type="title"/>
          </p:nvPr>
        </p:nvSpPr>
        <p:spPr/>
        <p:txBody>
          <a:bodyPr/>
          <a:lstStyle/>
          <a:p>
            <a:r>
              <a:rPr lang="en-US" b="1" dirty="0">
                <a:solidFill>
                  <a:srgbClr val="90C226"/>
                </a:solidFill>
                <a:latin typeface="Calibri"/>
                <a:ea typeface="+mj-lt"/>
                <a:cs typeface="+mj-lt"/>
              </a:rPr>
              <a:t>Data and Methodology</a:t>
            </a:r>
            <a:endParaRPr lang="en-US" b="1" dirty="0">
              <a:latin typeface="Calibri"/>
            </a:endParaRPr>
          </a:p>
          <a:p>
            <a:endParaRPr lang="en-US" dirty="0"/>
          </a:p>
        </p:txBody>
      </p:sp>
      <p:sp>
        <p:nvSpPr>
          <p:cNvPr id="3" name="Content Placeholder 2">
            <a:extLst>
              <a:ext uri="{FF2B5EF4-FFF2-40B4-BE49-F238E27FC236}">
                <a16:creationId xmlns:a16="http://schemas.microsoft.com/office/drawing/2014/main" id="{1AEC7C91-B01D-E7AD-FE35-238D70CF1195}"/>
              </a:ext>
            </a:extLst>
          </p:cNvPr>
          <p:cNvSpPr>
            <a:spLocks noGrp="1"/>
          </p:cNvSpPr>
          <p:nvPr>
            <p:ph idx="1"/>
          </p:nvPr>
        </p:nvSpPr>
        <p:spPr>
          <a:xfrm>
            <a:off x="677334" y="1918135"/>
            <a:ext cx="8596668" cy="4123227"/>
          </a:xfrm>
        </p:spPr>
        <p:txBody>
          <a:bodyPr vert="horz" lIns="91440" tIns="45720" rIns="91440" bIns="45720" rtlCol="0" anchor="t">
            <a:normAutofit/>
          </a:bodyPr>
          <a:lstStyle/>
          <a:p>
            <a:r>
              <a:rPr lang="en-US" sz="2000" b="1" dirty="0">
                <a:latin typeface="Calibri"/>
                <a:ea typeface="+mn-lt"/>
                <a:cs typeface="+mn-lt"/>
              </a:rPr>
              <a:t>The dataset used in this study was the CTG dataset from Kaggle, which contains 2126 observations and 21 features, such as fetal heart rate, uterine contractions, and accelerations or decelerations. The target variable categorized the observations into three groups: Normal, Suspect, and Pathological. The first step was Exploratory Data Analysis (EDA) to understand the distribution of features and detect any patterns or anomalies in the data. Then data preprocessing, where we applied SMOTE to address the class imbalance. Additionally, Min-Max scaling was used to standardize the feature ranges, ensuring that all features contributed equally to the model. </a:t>
            </a:r>
            <a:r>
              <a:rPr lang="en-US" sz="2000" b="1" dirty="0">
                <a:latin typeface="Calibri"/>
                <a:ea typeface="Calibri"/>
                <a:cs typeface="Calibri"/>
              </a:rPr>
              <a:t>Finally, we optimized the best-performing models through hyperparameter tuning to ensure their accuracy, robustness, and clinical usability.</a:t>
            </a:r>
            <a:endParaRPr lang="en-US" sz="2000" b="1">
              <a:solidFill>
                <a:srgbClr val="000000"/>
              </a:solidFill>
              <a:latin typeface="Calibri"/>
              <a:ea typeface="Calibri"/>
              <a:cs typeface="Calibri"/>
            </a:endParaRPr>
          </a:p>
          <a:p>
            <a:endParaRPr lang="en-US" sz="2000" b="1" dirty="0">
              <a:latin typeface="Calibri"/>
              <a:ea typeface="Calibri"/>
              <a:cs typeface="Calibri"/>
            </a:endParaRPr>
          </a:p>
        </p:txBody>
      </p:sp>
    </p:spTree>
    <p:extLst>
      <p:ext uri="{BB962C8B-B14F-4D97-AF65-F5344CB8AC3E}">
        <p14:creationId xmlns:p14="http://schemas.microsoft.com/office/powerpoint/2010/main" val="3780450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B5A03-B3E8-9EA3-EC48-6B8FB0FA7465}"/>
              </a:ext>
            </a:extLst>
          </p:cNvPr>
          <p:cNvSpPr>
            <a:spLocks noGrp="1"/>
          </p:cNvSpPr>
          <p:nvPr>
            <p:ph type="title"/>
          </p:nvPr>
        </p:nvSpPr>
        <p:spPr/>
        <p:txBody>
          <a:bodyPr/>
          <a:lstStyle/>
          <a:p>
            <a:r>
              <a:rPr lang="en-US" b="1" dirty="0">
                <a:solidFill>
                  <a:srgbClr val="90C226"/>
                </a:solidFill>
                <a:latin typeface="Calibri"/>
                <a:ea typeface="+mj-lt"/>
                <a:cs typeface="+mj-lt"/>
              </a:rPr>
              <a:t>Feature Selection Methods</a:t>
            </a:r>
            <a:endParaRPr lang="en-US" b="1">
              <a:latin typeface="Calibri"/>
              <a:ea typeface="Calibri"/>
              <a:cs typeface="Calibri"/>
            </a:endParaRPr>
          </a:p>
          <a:p>
            <a:endParaRPr lang="en-US" b="1" dirty="0">
              <a:latin typeface="Calibri"/>
              <a:ea typeface="Calibri"/>
              <a:cs typeface="Calibri"/>
            </a:endParaRPr>
          </a:p>
        </p:txBody>
      </p:sp>
      <p:sp>
        <p:nvSpPr>
          <p:cNvPr id="3" name="Content Placeholder 2">
            <a:extLst>
              <a:ext uri="{FF2B5EF4-FFF2-40B4-BE49-F238E27FC236}">
                <a16:creationId xmlns:a16="http://schemas.microsoft.com/office/drawing/2014/main" id="{38B63EB6-5B89-3C78-9A27-C3EA70CBF7DF}"/>
              </a:ext>
            </a:extLst>
          </p:cNvPr>
          <p:cNvSpPr>
            <a:spLocks noGrp="1"/>
          </p:cNvSpPr>
          <p:nvPr>
            <p:ph idx="1"/>
          </p:nvPr>
        </p:nvSpPr>
        <p:spPr/>
        <p:txBody>
          <a:bodyPr vert="horz" lIns="91440" tIns="45720" rIns="91440" bIns="45720" rtlCol="0" anchor="t">
            <a:normAutofit/>
          </a:bodyPr>
          <a:lstStyle/>
          <a:p>
            <a:r>
              <a:rPr lang="en-US" sz="2000" b="1" dirty="0">
                <a:latin typeface="Calibri"/>
                <a:ea typeface="+mn-lt"/>
                <a:cs typeface="+mn-lt"/>
              </a:rPr>
              <a:t>Feature selection is crucial in reducing the complexity of the model and improving interpretability. I applied both filter-based and wrapper-based methods for feature selection. Pearson correlation helped identify highly correlated features, allowing us to remove redundant ones. Forward selection and backward elimination are wrapper-based methods that iteratively add or remove features to improve model performance. Recursive Feature Elimination (RFE) was also used to rank the importance of features by recursively removing the least important features and retraining the model. This process allowed the models to focus on the most significant features, enhancing their predictive capabilities.</a:t>
            </a:r>
            <a:endParaRPr lang="en-US" sz="2000" b="1">
              <a:latin typeface="Calibri"/>
              <a:ea typeface="Calibri"/>
              <a:cs typeface="Calibri"/>
            </a:endParaRPr>
          </a:p>
        </p:txBody>
      </p:sp>
    </p:spTree>
    <p:extLst>
      <p:ext uri="{BB962C8B-B14F-4D97-AF65-F5344CB8AC3E}">
        <p14:creationId xmlns:p14="http://schemas.microsoft.com/office/powerpoint/2010/main" val="3066095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DACF-CEF7-031D-BBD3-5C2D6334982C}"/>
              </a:ext>
            </a:extLst>
          </p:cNvPr>
          <p:cNvSpPr>
            <a:spLocks noGrp="1"/>
          </p:cNvSpPr>
          <p:nvPr>
            <p:ph type="title"/>
          </p:nvPr>
        </p:nvSpPr>
        <p:spPr/>
        <p:txBody>
          <a:bodyPr>
            <a:normAutofit/>
          </a:bodyPr>
          <a:lstStyle/>
          <a:p>
            <a:r>
              <a:rPr lang="en-US" b="1" dirty="0">
                <a:solidFill>
                  <a:srgbClr val="90C226"/>
                </a:solidFill>
                <a:latin typeface="Calibri"/>
                <a:ea typeface="+mj-lt"/>
                <a:cs typeface="+mj-lt"/>
              </a:rPr>
              <a:t>Models Used</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F4DB41F3-FEDB-CCA7-EC07-BD17EACF2028}"/>
              </a:ext>
            </a:extLst>
          </p:cNvPr>
          <p:cNvSpPr>
            <a:spLocks noGrp="1"/>
          </p:cNvSpPr>
          <p:nvPr>
            <p:ph idx="1"/>
          </p:nvPr>
        </p:nvSpPr>
        <p:spPr>
          <a:xfrm>
            <a:off x="677334" y="1939720"/>
            <a:ext cx="8596668" cy="3648860"/>
          </a:xfrm>
        </p:spPr>
        <p:txBody>
          <a:bodyPr vert="horz" lIns="91440" tIns="45720" rIns="91440" bIns="45720" rtlCol="0" anchor="t">
            <a:normAutofit/>
          </a:bodyPr>
          <a:lstStyle/>
          <a:p>
            <a:r>
              <a:rPr lang="en-US" sz="2000" b="1" dirty="0">
                <a:latin typeface="Calibri"/>
                <a:ea typeface="+mn-lt"/>
                <a:cs typeface="+mn-lt"/>
              </a:rPr>
              <a:t>In this study, I tested six machine learning models, each with different strengths. Logistic Regression is simple and interpretable, often used for binary classification. K-Nearest Neighbors (KNN) uses distance measures to classify instances based on their nearest neighbors. Decision Trees provide a visual representation of decisions, though they can overfit on complex datasets. Random Forest and </a:t>
            </a:r>
            <a:r>
              <a:rPr lang="en-US" sz="2000" b="1" err="1">
                <a:latin typeface="Calibri"/>
                <a:ea typeface="+mn-lt"/>
                <a:cs typeface="+mn-lt"/>
              </a:rPr>
              <a:t>XGBoost</a:t>
            </a:r>
            <a:r>
              <a:rPr lang="en-US" sz="2000" b="1" dirty="0">
                <a:latin typeface="Calibri"/>
                <a:ea typeface="+mn-lt"/>
                <a:cs typeface="+mn-lt"/>
              </a:rPr>
              <a:t>, both ensemble learning methods, combine multiple decision trees to improve accuracy and reduce overfitting. Lastly, Support Vector Machines (SVM) work well in high-dimensional spaces, finding the optimal hyperplane that separates classes. By comparing these models, I aimed to determine which performed best on CTG data.</a:t>
            </a:r>
            <a:endParaRPr lang="en-US" sz="2000" b="1">
              <a:latin typeface="Calibri"/>
              <a:ea typeface="Calibri"/>
              <a:cs typeface="Calibri"/>
            </a:endParaRPr>
          </a:p>
        </p:txBody>
      </p:sp>
    </p:spTree>
    <p:extLst>
      <p:ext uri="{BB962C8B-B14F-4D97-AF65-F5344CB8AC3E}">
        <p14:creationId xmlns:p14="http://schemas.microsoft.com/office/powerpoint/2010/main" val="2662692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07EC-82DC-C628-8541-330A65AD2D58}"/>
              </a:ext>
            </a:extLst>
          </p:cNvPr>
          <p:cNvSpPr>
            <a:spLocks noGrp="1"/>
          </p:cNvSpPr>
          <p:nvPr>
            <p:ph type="title"/>
          </p:nvPr>
        </p:nvSpPr>
        <p:spPr/>
        <p:txBody>
          <a:bodyPr/>
          <a:lstStyle/>
          <a:p>
            <a:r>
              <a:rPr lang="en-US" b="1" dirty="0">
                <a:solidFill>
                  <a:srgbClr val="90C226"/>
                </a:solidFill>
                <a:latin typeface="Calibri"/>
                <a:ea typeface="+mj-lt"/>
                <a:cs typeface="+mj-lt"/>
              </a:rPr>
              <a:t>Model Performance on Raw Data</a:t>
            </a:r>
            <a:endParaRPr lang="en-US" b="1">
              <a:latin typeface="Calibri"/>
              <a:ea typeface="Calibri"/>
              <a:cs typeface="Calibri"/>
            </a:endParaRPr>
          </a:p>
          <a:p>
            <a:endParaRPr lang="en-US" b="1" dirty="0">
              <a:solidFill>
                <a:srgbClr val="90C226"/>
              </a:solidFill>
              <a:latin typeface="Calibri"/>
              <a:ea typeface="Calibri"/>
              <a:cs typeface="Calibri"/>
            </a:endParaRPr>
          </a:p>
          <a:p>
            <a:endParaRPr lang="en-US" b="1" dirty="0">
              <a:solidFill>
                <a:srgbClr val="90C226"/>
              </a:solidFill>
              <a:latin typeface="Calibri"/>
              <a:ea typeface="Calibri"/>
              <a:cs typeface="Calibri"/>
            </a:endParaRPr>
          </a:p>
        </p:txBody>
      </p:sp>
      <p:sp>
        <p:nvSpPr>
          <p:cNvPr id="3" name="Content Placeholder 2">
            <a:extLst>
              <a:ext uri="{FF2B5EF4-FFF2-40B4-BE49-F238E27FC236}">
                <a16:creationId xmlns:a16="http://schemas.microsoft.com/office/drawing/2014/main" id="{A30B7E0D-B5F4-4E4B-3A3D-C05E9E569CB4}"/>
              </a:ext>
            </a:extLst>
          </p:cNvPr>
          <p:cNvSpPr>
            <a:spLocks noGrp="1"/>
          </p:cNvSpPr>
          <p:nvPr>
            <p:ph idx="1"/>
          </p:nvPr>
        </p:nvSpPr>
        <p:spPr>
          <a:xfrm>
            <a:off x="677334" y="2160589"/>
            <a:ext cx="8596668" cy="2091730"/>
          </a:xfrm>
        </p:spPr>
        <p:txBody>
          <a:bodyPr vert="horz" lIns="91440" tIns="45720" rIns="91440" bIns="45720" rtlCol="0" anchor="t">
            <a:noAutofit/>
          </a:bodyPr>
          <a:lstStyle/>
          <a:p>
            <a:r>
              <a:rPr lang="en-US" sz="2000" b="1" dirty="0">
                <a:latin typeface="Calibri"/>
                <a:ea typeface="Calibri"/>
                <a:cs typeface="Calibri"/>
              </a:rPr>
              <a:t>First, I trained all six models on the raw, unprocessed CTG data. </a:t>
            </a:r>
            <a:r>
              <a:rPr lang="en-US" sz="2000" b="1" err="1">
                <a:latin typeface="Calibri"/>
                <a:ea typeface="Calibri"/>
                <a:cs typeface="Calibri"/>
              </a:rPr>
              <a:t>XGBoost</a:t>
            </a:r>
            <a:r>
              <a:rPr lang="en-US" sz="2000" b="1" dirty="0">
                <a:latin typeface="Calibri"/>
                <a:ea typeface="Calibri"/>
                <a:cs typeface="Calibri"/>
              </a:rPr>
              <a:t> and Random Forest outperformed the other models, with </a:t>
            </a:r>
            <a:r>
              <a:rPr lang="en-US" sz="2000" b="1" err="1">
                <a:latin typeface="Calibri"/>
                <a:ea typeface="Calibri"/>
                <a:cs typeface="Calibri"/>
              </a:rPr>
              <a:t>XGBoost</a:t>
            </a:r>
            <a:r>
              <a:rPr lang="en-US" sz="2000" b="1" dirty="0">
                <a:latin typeface="Calibri"/>
                <a:ea typeface="Calibri"/>
                <a:cs typeface="Calibri"/>
              </a:rPr>
              <a:t> achieving an accuracy of 92.96% and Random Forest following closely at 92.49%. The simplicity of Logistic Regression and KNN resulted in lower performance, with accuracies around 88-89%. This comparison set a baseline, showing that ensemble models like Random Forest and </a:t>
            </a:r>
            <a:r>
              <a:rPr lang="en-US" sz="2000" b="1" err="1">
                <a:latin typeface="Calibri"/>
                <a:ea typeface="Calibri"/>
                <a:cs typeface="Calibri"/>
              </a:rPr>
              <a:t>XGBoost</a:t>
            </a:r>
            <a:r>
              <a:rPr lang="en-US" sz="2000" b="1" dirty="0">
                <a:latin typeface="Calibri"/>
                <a:ea typeface="Calibri"/>
                <a:cs typeface="Calibri"/>
              </a:rPr>
              <a:t> were better equipped to handle the complexity of the CTG data, even without any data preprocessing.</a:t>
            </a:r>
          </a:p>
        </p:txBody>
      </p:sp>
    </p:spTree>
    <p:extLst>
      <p:ext uri="{BB962C8B-B14F-4D97-AF65-F5344CB8AC3E}">
        <p14:creationId xmlns:p14="http://schemas.microsoft.com/office/powerpoint/2010/main" val="3697256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662F0-D351-4596-7F09-16C2142122C7}"/>
              </a:ext>
            </a:extLst>
          </p:cNvPr>
          <p:cNvSpPr>
            <a:spLocks noGrp="1"/>
          </p:cNvSpPr>
          <p:nvPr>
            <p:ph type="title"/>
          </p:nvPr>
        </p:nvSpPr>
        <p:spPr/>
        <p:txBody>
          <a:bodyPr/>
          <a:lstStyle/>
          <a:p>
            <a:r>
              <a:rPr lang="en-US" b="1" dirty="0">
                <a:solidFill>
                  <a:srgbClr val="90C226"/>
                </a:solidFill>
                <a:latin typeface="Calibri"/>
                <a:ea typeface="+mj-lt"/>
                <a:cs typeface="+mj-lt"/>
              </a:rPr>
              <a:t>Model Performance After SMOTE</a:t>
            </a:r>
            <a:endParaRPr lang="en-US" b="1">
              <a:latin typeface="Calibri"/>
              <a:ea typeface="Calibri"/>
              <a:cs typeface="Calibri"/>
            </a:endParaRPr>
          </a:p>
          <a:p>
            <a:endParaRPr lang="en-US" b="1" dirty="0">
              <a:solidFill>
                <a:srgbClr val="90C226"/>
              </a:solidFill>
              <a:latin typeface="Calibri"/>
              <a:ea typeface="Calibri"/>
              <a:cs typeface="Calibri"/>
            </a:endParaRPr>
          </a:p>
          <a:p>
            <a:endParaRPr lang="en-US" b="1" dirty="0">
              <a:solidFill>
                <a:srgbClr val="90C226"/>
              </a:solidFill>
              <a:latin typeface="Calibri"/>
              <a:ea typeface="Calibri"/>
              <a:cs typeface="Calibri"/>
            </a:endParaRPr>
          </a:p>
        </p:txBody>
      </p:sp>
      <p:sp>
        <p:nvSpPr>
          <p:cNvPr id="3" name="Content Placeholder 2">
            <a:extLst>
              <a:ext uri="{FF2B5EF4-FFF2-40B4-BE49-F238E27FC236}">
                <a16:creationId xmlns:a16="http://schemas.microsoft.com/office/drawing/2014/main" id="{CC30481E-207A-9057-5AF6-B113AD632BF1}"/>
              </a:ext>
            </a:extLst>
          </p:cNvPr>
          <p:cNvSpPr>
            <a:spLocks noGrp="1"/>
          </p:cNvSpPr>
          <p:nvPr>
            <p:ph idx="1"/>
          </p:nvPr>
        </p:nvSpPr>
        <p:spPr>
          <a:xfrm>
            <a:off x="677334" y="1928676"/>
            <a:ext cx="8596668" cy="3229208"/>
          </a:xfrm>
        </p:spPr>
        <p:txBody>
          <a:bodyPr vert="horz" lIns="91440" tIns="45720" rIns="91440" bIns="45720" rtlCol="0" anchor="t">
            <a:normAutofit/>
          </a:bodyPr>
          <a:lstStyle/>
          <a:p>
            <a:r>
              <a:rPr lang="en-US" sz="2000" b="1" dirty="0">
                <a:latin typeface="Calibri"/>
                <a:ea typeface="+mn-lt"/>
                <a:cs typeface="+mn-lt"/>
              </a:rPr>
              <a:t>Next, I applied SMOTE to the dataset to address the issue of class imbalance, where the majority of cases were classified as Normal, with far fewer in the Suspect or Pathological categories. After balancing the data, the models showed marked improvements, particularly in recall and F1 scores for the minority classes. Random Forest performed slightly better than </a:t>
            </a:r>
            <a:r>
              <a:rPr lang="en-US" sz="2000" b="1" err="1">
                <a:latin typeface="Calibri"/>
                <a:ea typeface="+mn-lt"/>
                <a:cs typeface="+mn-lt"/>
              </a:rPr>
              <a:t>XGBoost</a:t>
            </a:r>
            <a:r>
              <a:rPr lang="en-US" sz="2000" b="1" dirty="0">
                <a:latin typeface="Calibri"/>
                <a:ea typeface="+mn-lt"/>
                <a:cs typeface="+mn-lt"/>
              </a:rPr>
              <a:t> on the balanced data, achieving 92.96% accuracy, with similar improvements in F1 score and recall. This demonstrated that SMOTE effectively improved the model's ability to detect minority class instances, which is critical for clinical applications.</a:t>
            </a:r>
            <a:endParaRPr lang="en-US" sz="2000" b="1">
              <a:latin typeface="Calibri"/>
              <a:ea typeface="Calibri"/>
              <a:cs typeface="Calibri"/>
            </a:endParaRPr>
          </a:p>
        </p:txBody>
      </p:sp>
    </p:spTree>
    <p:extLst>
      <p:ext uri="{BB962C8B-B14F-4D97-AF65-F5344CB8AC3E}">
        <p14:creationId xmlns:p14="http://schemas.microsoft.com/office/powerpoint/2010/main" val="2760392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3FBA9-6D4D-4D91-BDCB-AEC48F5D8F75}"/>
              </a:ext>
            </a:extLst>
          </p:cNvPr>
          <p:cNvSpPr>
            <a:spLocks noGrp="1"/>
          </p:cNvSpPr>
          <p:nvPr>
            <p:ph type="title"/>
          </p:nvPr>
        </p:nvSpPr>
        <p:spPr/>
        <p:txBody>
          <a:bodyPr/>
          <a:lstStyle/>
          <a:p>
            <a:r>
              <a:rPr lang="en-US" b="1" dirty="0">
                <a:latin typeface="Calibri"/>
                <a:ea typeface="Calibri"/>
                <a:cs typeface="Calibri"/>
              </a:rPr>
              <a:t>Model Performance On SMOTE + Feature</a:t>
            </a:r>
            <a:r>
              <a:rPr lang="en-US" b="1" dirty="0">
                <a:latin typeface="Calibri"/>
                <a:ea typeface="+mj-lt"/>
                <a:cs typeface="+mj-lt"/>
              </a:rPr>
              <a:t> Selection </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8FFE8D4F-7A0B-294E-08D1-717045B6886B}"/>
              </a:ext>
            </a:extLst>
          </p:cNvPr>
          <p:cNvSpPr>
            <a:spLocks noGrp="1"/>
          </p:cNvSpPr>
          <p:nvPr>
            <p:ph idx="1"/>
          </p:nvPr>
        </p:nvSpPr>
        <p:spPr>
          <a:xfrm>
            <a:off x="677334" y="2160589"/>
            <a:ext cx="8596668" cy="2902530"/>
          </a:xfrm>
        </p:spPr>
        <p:txBody>
          <a:bodyPr vert="horz" lIns="91440" tIns="45720" rIns="91440" bIns="45720" rtlCol="0" anchor="t">
            <a:normAutofit/>
          </a:bodyPr>
          <a:lstStyle/>
          <a:p>
            <a:r>
              <a:rPr lang="en-US" sz="2000" b="1" dirty="0">
                <a:latin typeface="Calibri"/>
                <a:ea typeface="+mn-lt"/>
                <a:cs typeface="+mn-lt"/>
              </a:rPr>
              <a:t>To further enhance model performance, I applied feature selection techniques after using SMOTE. Forward selection emerged as the most effective method for improving model accuracy while reducing complexity. After feature selection, the Random Forest model reached an accuracy of 95.04%, with an F1 score of 94.95%, making it the top-performing model. </a:t>
            </a:r>
            <a:r>
              <a:rPr lang="en-US" sz="2000" b="1" err="1">
                <a:latin typeface="Calibri"/>
                <a:ea typeface="+mn-lt"/>
                <a:cs typeface="+mn-lt"/>
              </a:rPr>
              <a:t>XGBoost</a:t>
            </a:r>
            <a:r>
              <a:rPr lang="en-US" sz="2000" b="1" dirty="0">
                <a:latin typeface="Calibri"/>
                <a:ea typeface="+mn-lt"/>
                <a:cs typeface="+mn-lt"/>
              </a:rPr>
              <a:t> followed closely with an accuracy of 91.96%. These results highlight how focusing on the most relevant features allows the models to make more accurate predictions, particularly in clinical scenarios where interpretability and precision are essential.</a:t>
            </a:r>
            <a:endParaRPr lang="en-US" sz="2000" b="1">
              <a:latin typeface="Calibri"/>
              <a:ea typeface="Calibri"/>
              <a:cs typeface="Calibri"/>
            </a:endParaRPr>
          </a:p>
        </p:txBody>
      </p:sp>
    </p:spTree>
    <p:extLst>
      <p:ext uri="{BB962C8B-B14F-4D97-AF65-F5344CB8AC3E}">
        <p14:creationId xmlns:p14="http://schemas.microsoft.com/office/powerpoint/2010/main" val="1875867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2E190-562A-4235-6BD5-70B3BE911620}"/>
              </a:ext>
            </a:extLst>
          </p:cNvPr>
          <p:cNvSpPr>
            <a:spLocks noGrp="1"/>
          </p:cNvSpPr>
          <p:nvPr>
            <p:ph type="title"/>
          </p:nvPr>
        </p:nvSpPr>
        <p:spPr/>
        <p:txBody>
          <a:bodyPr/>
          <a:lstStyle/>
          <a:p>
            <a:r>
              <a:rPr lang="en-US" b="1" dirty="0">
                <a:latin typeface="Calibri"/>
                <a:ea typeface="+mj-lt"/>
                <a:cs typeface="+mj-lt"/>
              </a:rPr>
              <a:t>Model Optimization</a:t>
            </a:r>
            <a:endParaRPr lang="en-US" b="1">
              <a:latin typeface="Calibri"/>
              <a:ea typeface="Calibri"/>
              <a:cs typeface="Calibri"/>
            </a:endParaRPr>
          </a:p>
        </p:txBody>
      </p:sp>
      <p:sp>
        <p:nvSpPr>
          <p:cNvPr id="3" name="Content Placeholder 2">
            <a:extLst>
              <a:ext uri="{FF2B5EF4-FFF2-40B4-BE49-F238E27FC236}">
                <a16:creationId xmlns:a16="http://schemas.microsoft.com/office/drawing/2014/main" id="{9C4ECA0B-70EB-9E83-DCE5-D4FD8BFF5AAB}"/>
              </a:ext>
            </a:extLst>
          </p:cNvPr>
          <p:cNvSpPr>
            <a:spLocks noGrp="1"/>
          </p:cNvSpPr>
          <p:nvPr>
            <p:ph idx="1"/>
          </p:nvPr>
        </p:nvSpPr>
        <p:spPr/>
        <p:txBody>
          <a:bodyPr vert="horz" lIns="91440" tIns="45720" rIns="91440" bIns="45720" rtlCol="0" anchor="t">
            <a:normAutofit/>
          </a:bodyPr>
          <a:lstStyle/>
          <a:p>
            <a:r>
              <a:rPr lang="en-US" sz="2000" b="1" dirty="0">
                <a:latin typeface="Calibri"/>
                <a:ea typeface="+mn-lt"/>
                <a:cs typeface="+mn-lt"/>
              </a:rPr>
              <a:t>The final step in improving model performance was hyperparameter tuning using Randomized Search CV. This technique explores a wide range of hyperparameters, optimizing each model’s performance. After tuning, the Random Forest model emerged as the best overall, with an accuracy of 96.22%, precision of 96.20%, and F1 score of 96.18%. </a:t>
            </a:r>
            <a:r>
              <a:rPr lang="en-US" sz="2000" b="1" err="1">
                <a:latin typeface="Calibri"/>
                <a:ea typeface="+mn-lt"/>
                <a:cs typeface="+mn-lt"/>
              </a:rPr>
              <a:t>XGBoost</a:t>
            </a:r>
            <a:r>
              <a:rPr lang="en-US" sz="2000" b="1" dirty="0">
                <a:latin typeface="Calibri"/>
                <a:ea typeface="+mn-lt"/>
                <a:cs typeface="+mn-lt"/>
              </a:rPr>
              <a:t> also performed well but did not surpass Random Forest. This final optimization step ensured that the models were robust, accurate, and ready for clinical application, demonstrating the potential of Random Forest in predicting fetal health outcomes.</a:t>
            </a:r>
            <a:endParaRPr lang="en-US" sz="2000" b="1">
              <a:latin typeface="Calibri"/>
              <a:ea typeface="Calibri"/>
              <a:cs typeface="Calibri"/>
            </a:endParaRPr>
          </a:p>
        </p:txBody>
      </p:sp>
    </p:spTree>
    <p:extLst>
      <p:ext uri="{BB962C8B-B14F-4D97-AF65-F5344CB8AC3E}">
        <p14:creationId xmlns:p14="http://schemas.microsoft.com/office/powerpoint/2010/main" val="453160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F8D8-7F00-4A99-561B-B532138EEAC6}"/>
              </a:ext>
            </a:extLst>
          </p:cNvPr>
          <p:cNvSpPr>
            <a:spLocks noGrp="1"/>
          </p:cNvSpPr>
          <p:nvPr>
            <p:ph type="title"/>
          </p:nvPr>
        </p:nvSpPr>
        <p:spPr/>
        <p:txBody>
          <a:bodyPr/>
          <a:lstStyle/>
          <a:p>
            <a:r>
              <a:rPr lang="en-US" b="1" dirty="0">
                <a:solidFill>
                  <a:srgbClr val="90C226"/>
                </a:solidFill>
                <a:latin typeface="Calibri"/>
                <a:ea typeface="Calibri"/>
                <a:cs typeface="Calibri"/>
              </a:rPr>
              <a:t>Conclusion</a:t>
            </a:r>
          </a:p>
          <a:p>
            <a:endParaRPr lang="en-US" b="1" dirty="0">
              <a:latin typeface="Calibri"/>
              <a:ea typeface="Calibri"/>
              <a:cs typeface="Calibri"/>
            </a:endParaRPr>
          </a:p>
        </p:txBody>
      </p:sp>
      <p:sp>
        <p:nvSpPr>
          <p:cNvPr id="3" name="Content Placeholder 2">
            <a:extLst>
              <a:ext uri="{FF2B5EF4-FFF2-40B4-BE49-F238E27FC236}">
                <a16:creationId xmlns:a16="http://schemas.microsoft.com/office/drawing/2014/main" id="{3FB7A38C-84E9-E8DD-A65B-6176CDEA0052}"/>
              </a:ext>
            </a:extLst>
          </p:cNvPr>
          <p:cNvSpPr>
            <a:spLocks noGrp="1"/>
          </p:cNvSpPr>
          <p:nvPr>
            <p:ph idx="1"/>
          </p:nvPr>
        </p:nvSpPr>
        <p:spPr>
          <a:xfrm>
            <a:off x="677334" y="1928676"/>
            <a:ext cx="8596668" cy="3516339"/>
          </a:xfrm>
        </p:spPr>
        <p:txBody>
          <a:bodyPr vert="horz" lIns="91440" tIns="45720" rIns="91440" bIns="45720" rtlCol="0" anchor="t">
            <a:normAutofit/>
          </a:bodyPr>
          <a:lstStyle/>
          <a:p>
            <a:r>
              <a:rPr lang="en-US" sz="2000" b="1" dirty="0">
                <a:latin typeface="Calibri"/>
                <a:ea typeface="+mn-lt"/>
                <a:cs typeface="+mn-lt"/>
              </a:rPr>
              <a:t>In conclusion, this study demonstrated that Random Forest consistently outperformed other models when predicting fetal health outcomes using CTG data. By addressing key challenges such as class imbalance and feature selection, I was able to significantly improve the models’ accuracy, recall, and F1 scores. The application of SMOTE and advanced feature selection techniques played a crucial role in improving predictions for minority classes. Hyperparameter tuning further enhanced the performance of Random Forest, making it the most suitable model for clinical decision-making. This research highlights the potential of machine learning in improving fetal health monitoring and outcomes.</a:t>
            </a:r>
            <a:endParaRPr lang="en-US" sz="2000" b="1">
              <a:latin typeface="Calibri"/>
              <a:ea typeface="Calibri"/>
              <a:cs typeface="Calibri"/>
            </a:endParaRPr>
          </a:p>
        </p:txBody>
      </p:sp>
    </p:spTree>
    <p:extLst>
      <p:ext uri="{BB962C8B-B14F-4D97-AF65-F5344CB8AC3E}">
        <p14:creationId xmlns:p14="http://schemas.microsoft.com/office/powerpoint/2010/main" val="2889658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EF2E0-176A-6763-1E91-99954BDC4536}"/>
              </a:ext>
            </a:extLst>
          </p:cNvPr>
          <p:cNvSpPr>
            <a:spLocks noGrp="1"/>
          </p:cNvSpPr>
          <p:nvPr>
            <p:ph type="title"/>
          </p:nvPr>
        </p:nvSpPr>
        <p:spPr/>
        <p:txBody>
          <a:bodyPr/>
          <a:lstStyle/>
          <a:p>
            <a:r>
              <a:rPr lang="en-US" b="1" dirty="0">
                <a:latin typeface="Calibri"/>
                <a:ea typeface="+mj-lt"/>
                <a:cs typeface="+mj-lt"/>
              </a:rPr>
              <a:t>Future Work</a:t>
            </a:r>
            <a:endParaRPr lang="en-US" b="1" dirty="0">
              <a:latin typeface="Calibri"/>
              <a:ea typeface="Calibri"/>
              <a:cs typeface="Calibri"/>
            </a:endParaRPr>
          </a:p>
        </p:txBody>
      </p:sp>
      <p:sp>
        <p:nvSpPr>
          <p:cNvPr id="3" name="Content Placeholder 2">
            <a:extLst>
              <a:ext uri="{FF2B5EF4-FFF2-40B4-BE49-F238E27FC236}">
                <a16:creationId xmlns:a16="http://schemas.microsoft.com/office/drawing/2014/main" id="{EBEAFF8E-7D9B-215E-0265-7D0A111421CF}"/>
              </a:ext>
            </a:extLst>
          </p:cNvPr>
          <p:cNvSpPr>
            <a:spLocks noGrp="1"/>
          </p:cNvSpPr>
          <p:nvPr>
            <p:ph idx="1"/>
          </p:nvPr>
        </p:nvSpPr>
        <p:spPr/>
        <p:txBody>
          <a:bodyPr vert="horz" lIns="91440" tIns="45720" rIns="91440" bIns="45720" rtlCol="0" anchor="t">
            <a:normAutofit/>
          </a:bodyPr>
          <a:lstStyle/>
          <a:p>
            <a:r>
              <a:rPr lang="en-US" sz="2000" b="1" dirty="0">
                <a:latin typeface="Calibri"/>
                <a:ea typeface="+mn-lt"/>
                <a:cs typeface="+mn-lt"/>
              </a:rPr>
              <a:t>Looking ahead, there are several opportunities to expand upon this research. One possible direction is to explore deep learning models, such as neural networks, which could offer even greater predictive power, especially with larger datasets. Additionally, further testing on more diverse datasets could improve the generalizability of these models. Finally, integrating these machine learning models into real-time clinical applications would provide valuable insights into their practical use in fetal health monitoring, potentially saving lives by providing early and accurate diagnoses.</a:t>
            </a:r>
            <a:endParaRPr lang="en-US" sz="2000" b="1">
              <a:latin typeface="Calibri"/>
              <a:ea typeface="Calibri"/>
              <a:cs typeface="Calibri"/>
            </a:endParaRPr>
          </a:p>
        </p:txBody>
      </p:sp>
    </p:spTree>
    <p:extLst>
      <p:ext uri="{BB962C8B-B14F-4D97-AF65-F5344CB8AC3E}">
        <p14:creationId xmlns:p14="http://schemas.microsoft.com/office/powerpoint/2010/main" val="2847427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8D71-2026-F9A6-7405-FCA34B448AB7}"/>
              </a:ext>
            </a:extLst>
          </p:cNvPr>
          <p:cNvSpPr>
            <a:spLocks noGrp="1"/>
          </p:cNvSpPr>
          <p:nvPr>
            <p:ph type="title"/>
          </p:nvPr>
        </p:nvSpPr>
        <p:spPr>
          <a:xfrm>
            <a:off x="677334" y="2524897"/>
            <a:ext cx="8596668" cy="1742989"/>
          </a:xfrm>
        </p:spPr>
        <p:txBody>
          <a:bodyPr>
            <a:normAutofit/>
          </a:bodyPr>
          <a:lstStyle/>
          <a:p>
            <a:pPr algn="ctr"/>
            <a:r>
              <a:rPr lang="en-US" sz="4000" dirty="0"/>
              <a:t>Thank You</a:t>
            </a:r>
          </a:p>
        </p:txBody>
      </p:sp>
    </p:spTree>
    <p:extLst>
      <p:ext uri="{BB962C8B-B14F-4D97-AF65-F5344CB8AC3E}">
        <p14:creationId xmlns:p14="http://schemas.microsoft.com/office/powerpoint/2010/main" val="35375811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Facet</vt:lpstr>
      <vt:lpstr>Comparative Analysis of Advanced Machine Learning Models for Predicting Fetal Health Outcomes Using Cardiotocographic Data</vt:lpstr>
      <vt:lpstr>Contents</vt:lpstr>
      <vt:lpstr>Introduction </vt:lpstr>
      <vt:lpstr>Problem Statement </vt:lpstr>
      <vt:lpstr>Research Aim and Objectives</vt:lpstr>
      <vt:lpstr>Reasearch Questions</vt:lpstr>
      <vt:lpstr>Data and Methodology </vt:lpstr>
      <vt:lpstr>Feature Selection Methods </vt:lpstr>
      <vt:lpstr>Models Used</vt:lpstr>
      <vt:lpstr>Model Performance on Raw Data  </vt:lpstr>
      <vt:lpstr>Model Performance After SMOTE  </vt:lpstr>
      <vt:lpstr>Model Performance On SMOTE + Feature Selection </vt:lpstr>
      <vt:lpstr>Model Optimization</vt:lpstr>
      <vt:lpstr>Conclusion </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529</cp:revision>
  <dcterms:created xsi:type="dcterms:W3CDTF">2013-07-15T20:26:40Z</dcterms:created>
  <dcterms:modified xsi:type="dcterms:W3CDTF">2024-09-09T21:00:02Z</dcterms:modified>
</cp:coreProperties>
</file>